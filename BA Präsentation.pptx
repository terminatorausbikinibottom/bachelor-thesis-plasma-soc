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62" r:id="rId2"/>
    <p:sldId id="360" r:id="rId3"/>
    <p:sldId id="322" r:id="rId4"/>
    <p:sldId id="339" r:id="rId5"/>
    <p:sldId id="342" r:id="rId6"/>
    <p:sldId id="358" r:id="rId7"/>
    <p:sldId id="356" r:id="rId8"/>
    <p:sldId id="336" r:id="rId9"/>
    <p:sldId id="355" r:id="rId10"/>
    <p:sldId id="354" r:id="rId11"/>
    <p:sldId id="343" r:id="rId12"/>
    <p:sldId id="344" r:id="rId13"/>
    <p:sldId id="346" r:id="rId14"/>
    <p:sldId id="347" r:id="rId15"/>
    <p:sldId id="353" r:id="rId16"/>
    <p:sldId id="330" r:id="rId17"/>
    <p:sldId id="327" r:id="rId18"/>
    <p:sldId id="338" r:id="rId19"/>
    <p:sldId id="326" r:id="rId20"/>
    <p:sldId id="345" r:id="rId21"/>
    <p:sldId id="320" r:id="rId22"/>
    <p:sldId id="351" r:id="rId23"/>
    <p:sldId id="349" r:id="rId24"/>
    <p:sldId id="329" r:id="rId25"/>
    <p:sldId id="341" r:id="rId26"/>
    <p:sldId id="334" r:id="rId27"/>
    <p:sldId id="335" r:id="rId28"/>
    <p:sldId id="350" r:id="rId29"/>
    <p:sldId id="348" r:id="rId30"/>
  </p:sldIdLst>
  <p:sldSz cx="9144000" cy="6858000" type="screen4x3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MS PGothic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MS PGothic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213DD8C-4163-914C-AD75-C796E084C2D6}">
          <p14:sldIdLst>
            <p14:sldId id="362"/>
            <p14:sldId id="360"/>
            <p14:sldId id="322"/>
          </p14:sldIdLst>
        </p14:section>
        <p14:section name="HW" id="{38DEEBF4-977C-4741-9698-C2B01B093AB1}">
          <p14:sldIdLst>
            <p14:sldId id="339"/>
            <p14:sldId id="342"/>
            <p14:sldId id="358"/>
            <p14:sldId id="356"/>
            <p14:sldId id="336"/>
          </p14:sldIdLst>
        </p14:section>
        <p14:section name="SW" id="{9B3CC0BC-29A8-9D41-9AB5-E65B5243946B}">
          <p14:sldIdLst>
            <p14:sldId id="355"/>
            <p14:sldId id="354"/>
            <p14:sldId id="343"/>
            <p14:sldId id="344"/>
            <p14:sldId id="346"/>
            <p14:sldId id="347"/>
            <p14:sldId id="353"/>
          </p14:sldIdLst>
        </p14:section>
        <p14:section name="Fazit" id="{160EEB45-25F5-C24B-B6D3-AD01EE3122D1}">
          <p14:sldIdLst>
            <p14:sldId id="330"/>
            <p14:sldId id="327"/>
            <p14:sldId id="338"/>
            <p14:sldId id="326"/>
            <p14:sldId id="345"/>
          </p14:sldIdLst>
        </p14:section>
        <p14:section name="Trash" id="{C28456E7-77FB-2D49-8420-42A07393A175}">
          <p14:sldIdLst>
            <p14:sldId id="320"/>
            <p14:sldId id="351"/>
            <p14:sldId id="349"/>
            <p14:sldId id="329"/>
            <p14:sldId id="341"/>
            <p14:sldId id="334"/>
            <p14:sldId id="335"/>
            <p14:sldId id="350"/>
            <p14:sldId id="3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pos="204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C66"/>
    <a:srgbClr val="8996A0"/>
    <a:srgbClr val="80BA24"/>
    <a:srgbClr val="FFFFFF"/>
    <a:srgbClr val="BDC4C5"/>
    <a:srgbClr val="DF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4B10B3-E903-8C48-9DC8-69EB64924909}" v="1048" dt="2018-10-29T22:11:02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95"/>
    <p:restoredTop sz="94657"/>
  </p:normalViewPr>
  <p:slideViewPr>
    <p:cSldViewPr showGuides="1">
      <p:cViewPr varScale="1">
        <p:scale>
          <a:sx n="108" d="100"/>
          <a:sy n="108" d="100"/>
        </p:scale>
        <p:origin x="1992" y="108"/>
      </p:cViewPr>
      <p:guideLst>
        <p:guide orient="horz" pos="3884"/>
        <p:guide pos="204"/>
        <p:guide orient="horz" pos="935"/>
      </p:guideLst>
    </p:cSldViewPr>
  </p:slideViewPr>
  <p:outlineViewPr>
    <p:cViewPr>
      <p:scale>
        <a:sx n="33" d="100"/>
        <a:sy n="33" d="100"/>
      </p:scale>
      <p:origin x="0" y="-1573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25" d="100"/>
          <a:sy n="125" d="100"/>
        </p:scale>
        <p:origin x="4640" y="1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ej Zuyev" userId="2cd4f1a64dfb2c2c" providerId="LiveId" clId="{714B10B3-E903-8C48-9DC8-69EB64924909}"/>
    <pc:docChg chg="undo custSel addSld delSld modSld sldOrd modMainMaster delSection modSection">
      <pc:chgData name="Sergej Zuyev" userId="2cd4f1a64dfb2c2c" providerId="LiveId" clId="{714B10B3-E903-8C48-9DC8-69EB64924909}" dt="2018-10-29T22:11:02.646" v="6677" actId="12"/>
      <pc:docMkLst>
        <pc:docMk/>
      </pc:docMkLst>
      <pc:sldChg chg="modSp ord modTransition">
        <pc:chgData name="Sergej Zuyev" userId="2cd4f1a64dfb2c2c" providerId="LiveId" clId="{714B10B3-E903-8C48-9DC8-69EB64924909}" dt="2018-10-25T03:50:58.534" v="6210"/>
        <pc:sldMkLst>
          <pc:docMk/>
          <pc:sldMk cId="361547833" sldId="320"/>
        </pc:sldMkLst>
        <pc:spChg chg="mod">
          <ac:chgData name="Sergej Zuyev" userId="2cd4f1a64dfb2c2c" providerId="LiveId" clId="{714B10B3-E903-8C48-9DC8-69EB64924909}" dt="2018-10-25T03:36:48.704" v="5972" actId="20577"/>
          <ac:spMkLst>
            <pc:docMk/>
            <pc:sldMk cId="361547833" sldId="320"/>
            <ac:spMk id="6" creationId="{22CAAD3B-9126-9941-A0A4-A159E6AECD4F}"/>
          </ac:spMkLst>
        </pc:spChg>
      </pc:sldChg>
      <pc:sldChg chg="modSp modAnim">
        <pc:chgData name="Sergej Zuyev" userId="2cd4f1a64dfb2c2c" providerId="LiveId" clId="{714B10B3-E903-8C48-9DC8-69EB64924909}" dt="2018-10-25T04:05:29.434" v="6307"/>
        <pc:sldMkLst>
          <pc:docMk/>
          <pc:sldMk cId="2248212982" sldId="322"/>
        </pc:sldMkLst>
        <pc:spChg chg="mod">
          <ac:chgData name="Sergej Zuyev" userId="2cd4f1a64dfb2c2c" providerId="LiveId" clId="{714B10B3-E903-8C48-9DC8-69EB64924909}" dt="2018-10-25T03:11:51.057" v="5480" actId="20577"/>
          <ac:spMkLst>
            <pc:docMk/>
            <pc:sldMk cId="2248212982" sldId="322"/>
            <ac:spMk id="3" creationId="{D9982872-09B7-6241-8413-EA8D3C0A31EC}"/>
          </ac:spMkLst>
        </pc:spChg>
        <pc:spChg chg="mod">
          <ac:chgData name="Sergej Zuyev" userId="2cd4f1a64dfb2c2c" providerId="LiveId" clId="{714B10B3-E903-8C48-9DC8-69EB64924909}" dt="2018-10-25T03:11:29.309" v="5462" actId="20577"/>
          <ac:spMkLst>
            <pc:docMk/>
            <pc:sldMk cId="2248212982" sldId="322"/>
            <ac:spMk id="4" creationId="{A25D239D-6B8C-7548-943E-3180C97C0A40}"/>
          </ac:spMkLst>
        </pc:spChg>
        <pc:spChg chg="mod">
          <ac:chgData name="Sergej Zuyev" userId="2cd4f1a64dfb2c2c" providerId="LiveId" clId="{714B10B3-E903-8C48-9DC8-69EB64924909}" dt="2018-10-25T01:11:33.268" v="1413" actId="20577"/>
          <ac:spMkLst>
            <pc:docMk/>
            <pc:sldMk cId="2248212982" sldId="322"/>
            <ac:spMk id="5" creationId="{9CFA0227-B783-684F-B6A7-6782077ED724}"/>
          </ac:spMkLst>
        </pc:spChg>
        <pc:spChg chg="mod">
          <ac:chgData name="Sergej Zuyev" userId="2cd4f1a64dfb2c2c" providerId="LiveId" clId="{714B10B3-E903-8C48-9DC8-69EB64924909}" dt="2018-10-25T01:03:38.596" v="1204" actId="14100"/>
          <ac:spMkLst>
            <pc:docMk/>
            <pc:sldMk cId="2248212982" sldId="322"/>
            <ac:spMk id="6" creationId="{92EFD7EB-8832-A743-943D-E491A90C62FB}"/>
          </ac:spMkLst>
        </pc:spChg>
        <pc:spChg chg="mod">
          <ac:chgData name="Sergej Zuyev" userId="2cd4f1a64dfb2c2c" providerId="LiveId" clId="{714B10B3-E903-8C48-9DC8-69EB64924909}" dt="2018-10-25T01:07:35.271" v="1388" actId="20577"/>
          <ac:spMkLst>
            <pc:docMk/>
            <pc:sldMk cId="2248212982" sldId="322"/>
            <ac:spMk id="7" creationId="{F4CFB776-1819-FA43-B313-FD6A0D696C69}"/>
          </ac:spMkLst>
        </pc:spChg>
      </pc:sldChg>
      <pc:sldChg chg="addSp delSp modSp ord">
        <pc:chgData name="Sergej Zuyev" userId="2cd4f1a64dfb2c2c" providerId="LiveId" clId="{714B10B3-E903-8C48-9DC8-69EB64924909}" dt="2018-10-25T04:03:50.194" v="6299"/>
        <pc:sldMkLst>
          <pc:docMk/>
          <pc:sldMk cId="2146041651" sldId="326"/>
        </pc:sldMkLst>
        <pc:spChg chg="mod">
          <ac:chgData name="Sergej Zuyev" userId="2cd4f1a64dfb2c2c" providerId="LiveId" clId="{714B10B3-E903-8C48-9DC8-69EB64924909}" dt="2018-10-25T04:03:44.628" v="6297" actId="20577"/>
          <ac:spMkLst>
            <pc:docMk/>
            <pc:sldMk cId="2146041651" sldId="326"/>
            <ac:spMk id="2" creationId="{CDE2C4A6-8B33-A54E-AD59-5E1F7FE84158}"/>
          </ac:spMkLst>
        </pc:spChg>
        <pc:spChg chg="add del">
          <ac:chgData name="Sergej Zuyev" userId="2cd4f1a64dfb2c2c" providerId="LiveId" clId="{714B10B3-E903-8C48-9DC8-69EB64924909}" dt="2018-10-25T04:03:50.194" v="6299"/>
          <ac:spMkLst>
            <pc:docMk/>
            <pc:sldMk cId="2146041651" sldId="326"/>
            <ac:spMk id="3" creationId="{461CDB45-B7FE-DE46-B9EC-0EC712032A7C}"/>
          </ac:spMkLst>
        </pc:spChg>
      </pc:sldChg>
      <pc:sldChg chg="modSp ord">
        <pc:chgData name="Sergej Zuyev" userId="2cd4f1a64dfb2c2c" providerId="LiveId" clId="{714B10B3-E903-8C48-9DC8-69EB64924909}" dt="2018-10-25T01:10:00.731" v="1390" actId="20577"/>
        <pc:sldMkLst>
          <pc:docMk/>
          <pc:sldMk cId="3933182907" sldId="327"/>
        </pc:sldMkLst>
        <pc:spChg chg="mod">
          <ac:chgData name="Sergej Zuyev" userId="2cd4f1a64dfb2c2c" providerId="LiveId" clId="{714B10B3-E903-8C48-9DC8-69EB64924909}" dt="2018-10-25T01:10:00.731" v="1390" actId="20577"/>
          <ac:spMkLst>
            <pc:docMk/>
            <pc:sldMk cId="3933182907" sldId="327"/>
            <ac:spMk id="2" creationId="{639A4F5F-5CA1-D848-9FFD-92B65E707430}"/>
          </ac:spMkLst>
        </pc:spChg>
      </pc:sldChg>
      <pc:sldChg chg="ord modTransition">
        <pc:chgData name="Sergej Zuyev" userId="2cd4f1a64dfb2c2c" providerId="LiveId" clId="{714B10B3-E903-8C48-9DC8-69EB64924909}" dt="2018-10-25T00:45:04.803" v="902"/>
        <pc:sldMkLst>
          <pc:docMk/>
          <pc:sldMk cId="546721360" sldId="329"/>
        </pc:sldMkLst>
      </pc:sldChg>
      <pc:sldChg chg="ord modAnim">
        <pc:chgData name="Sergej Zuyev" userId="2cd4f1a64dfb2c2c" providerId="LiveId" clId="{714B10B3-E903-8C48-9DC8-69EB64924909}" dt="2018-10-25T03:57:21.719" v="6226"/>
        <pc:sldMkLst>
          <pc:docMk/>
          <pc:sldMk cId="1262138576" sldId="330"/>
        </pc:sldMkLst>
      </pc:sldChg>
      <pc:sldChg chg="modTransition">
        <pc:chgData name="Sergej Zuyev" userId="2cd4f1a64dfb2c2c" providerId="LiveId" clId="{714B10B3-E903-8C48-9DC8-69EB64924909}" dt="2018-10-25T00:34:09.862" v="703"/>
        <pc:sldMkLst>
          <pc:docMk/>
          <pc:sldMk cId="1519426731" sldId="334"/>
        </pc:sldMkLst>
      </pc:sldChg>
      <pc:sldChg chg="modTransition">
        <pc:chgData name="Sergej Zuyev" userId="2cd4f1a64dfb2c2c" providerId="LiveId" clId="{714B10B3-E903-8C48-9DC8-69EB64924909}" dt="2018-10-25T00:34:14.136" v="704"/>
        <pc:sldMkLst>
          <pc:docMk/>
          <pc:sldMk cId="2921801928" sldId="335"/>
        </pc:sldMkLst>
      </pc:sldChg>
      <pc:sldChg chg="addSp delSp modSp ord modAnim">
        <pc:chgData name="Sergej Zuyev" userId="2cd4f1a64dfb2c2c" providerId="LiveId" clId="{714B10B3-E903-8C48-9DC8-69EB64924909}" dt="2018-10-25T03:33:44.678" v="5882"/>
        <pc:sldMkLst>
          <pc:docMk/>
          <pc:sldMk cId="282113317" sldId="336"/>
        </pc:sldMkLst>
        <pc:spChg chg="mod">
          <ac:chgData name="Sergej Zuyev" userId="2cd4f1a64dfb2c2c" providerId="LiveId" clId="{714B10B3-E903-8C48-9DC8-69EB64924909}" dt="2018-10-25T00:54:26.046" v="1016" actId="6549"/>
          <ac:spMkLst>
            <pc:docMk/>
            <pc:sldMk cId="282113317" sldId="336"/>
            <ac:spMk id="3" creationId="{F0E91DC1-CBA2-E046-B4D7-28DDDF81089A}"/>
          </ac:spMkLst>
        </pc:spChg>
        <pc:spChg chg="mod">
          <ac:chgData name="Sergej Zuyev" userId="2cd4f1a64dfb2c2c" providerId="LiveId" clId="{714B10B3-E903-8C48-9DC8-69EB64924909}" dt="2018-10-25T03:29:13.965" v="5829" actId="20577"/>
          <ac:spMkLst>
            <pc:docMk/>
            <pc:sldMk cId="282113317" sldId="336"/>
            <ac:spMk id="5" creationId="{03BA4F14-123E-3040-B7C2-8AE778DBCA23}"/>
          </ac:spMkLst>
        </pc:spChg>
        <pc:spChg chg="add del mod">
          <ac:chgData name="Sergej Zuyev" userId="2cd4f1a64dfb2c2c" providerId="LiveId" clId="{714B10B3-E903-8C48-9DC8-69EB64924909}" dt="2018-10-25T03:31:09.752" v="5853" actId="478"/>
          <ac:spMkLst>
            <pc:docMk/>
            <pc:sldMk cId="282113317" sldId="336"/>
            <ac:spMk id="9" creationId="{E0A3DFE8-10A8-5A4A-8520-729237AA44EB}"/>
          </ac:spMkLst>
        </pc:spChg>
        <pc:spChg chg="mod">
          <ac:chgData name="Sergej Zuyev" userId="2cd4f1a64dfb2c2c" providerId="LiveId" clId="{714B10B3-E903-8C48-9DC8-69EB64924909}" dt="2018-10-25T03:30:43.439" v="5847" actId="14100"/>
          <ac:spMkLst>
            <pc:docMk/>
            <pc:sldMk cId="282113317" sldId="336"/>
            <ac:spMk id="10" creationId="{38FA73E7-522A-D641-B3AD-7AA2A9B0EC15}"/>
          </ac:spMkLst>
        </pc:spChg>
        <pc:spChg chg="add del mod">
          <ac:chgData name="Sergej Zuyev" userId="2cd4f1a64dfb2c2c" providerId="LiveId" clId="{714B10B3-E903-8C48-9DC8-69EB64924909}" dt="2018-10-25T03:31:08.028" v="5852" actId="478"/>
          <ac:spMkLst>
            <pc:docMk/>
            <pc:sldMk cId="282113317" sldId="336"/>
            <ac:spMk id="11" creationId="{D89005A8-5E3C-BC4C-8250-A95CF6769257}"/>
          </ac:spMkLst>
        </pc:spChg>
        <pc:spChg chg="del mod">
          <ac:chgData name="Sergej Zuyev" userId="2cd4f1a64dfb2c2c" providerId="LiveId" clId="{714B10B3-E903-8C48-9DC8-69EB64924909}" dt="2018-10-25T03:31:05.208" v="5851" actId="478"/>
          <ac:spMkLst>
            <pc:docMk/>
            <pc:sldMk cId="282113317" sldId="336"/>
            <ac:spMk id="13" creationId="{9C2F8114-F709-474C-B7DE-EAAAF3A2016A}"/>
          </ac:spMkLst>
        </pc:spChg>
        <pc:spChg chg="mod">
          <ac:chgData name="Sergej Zuyev" userId="2cd4f1a64dfb2c2c" providerId="LiveId" clId="{714B10B3-E903-8C48-9DC8-69EB64924909}" dt="2018-10-25T03:31:02.447" v="5850" actId="14100"/>
          <ac:spMkLst>
            <pc:docMk/>
            <pc:sldMk cId="282113317" sldId="336"/>
            <ac:spMk id="14" creationId="{CBB6B680-671B-ED4A-A2DE-0CABE6E09CE0}"/>
          </ac:spMkLst>
        </pc:spChg>
        <pc:spChg chg="del">
          <ac:chgData name="Sergej Zuyev" userId="2cd4f1a64dfb2c2c" providerId="LiveId" clId="{714B10B3-E903-8C48-9DC8-69EB64924909}" dt="2018-10-25T00:35:41.031" v="757" actId="478"/>
          <ac:spMkLst>
            <pc:docMk/>
            <pc:sldMk cId="282113317" sldId="336"/>
            <ac:spMk id="15" creationId="{20BA434F-152D-4A40-A867-1F92978235A2}"/>
          </ac:spMkLst>
        </pc:spChg>
        <pc:spChg chg="mod">
          <ac:chgData name="Sergej Zuyev" userId="2cd4f1a64dfb2c2c" providerId="LiveId" clId="{714B10B3-E903-8C48-9DC8-69EB64924909}" dt="2018-10-25T00:39:14.402" v="798" actId="14100"/>
          <ac:spMkLst>
            <pc:docMk/>
            <pc:sldMk cId="282113317" sldId="336"/>
            <ac:spMk id="16" creationId="{F20D4F08-4CCF-AE46-8985-C23BAB70F220}"/>
          </ac:spMkLst>
        </pc:spChg>
        <pc:spChg chg="del">
          <ac:chgData name="Sergej Zuyev" userId="2cd4f1a64dfb2c2c" providerId="LiveId" clId="{714B10B3-E903-8C48-9DC8-69EB64924909}" dt="2018-10-25T00:35:40.455" v="756" actId="478"/>
          <ac:spMkLst>
            <pc:docMk/>
            <pc:sldMk cId="282113317" sldId="336"/>
            <ac:spMk id="17" creationId="{4B435D6C-6D65-C74E-A50B-34C2A19476F5}"/>
          </ac:spMkLst>
        </pc:spChg>
        <pc:spChg chg="del">
          <ac:chgData name="Sergej Zuyev" userId="2cd4f1a64dfb2c2c" providerId="LiveId" clId="{714B10B3-E903-8C48-9DC8-69EB64924909}" dt="2018-10-25T00:35:39.659" v="755" actId="478"/>
          <ac:spMkLst>
            <pc:docMk/>
            <pc:sldMk cId="282113317" sldId="336"/>
            <ac:spMk id="18" creationId="{FDC58DFD-8757-7A44-A75C-CED36446F937}"/>
          </ac:spMkLst>
        </pc:spChg>
        <pc:spChg chg="del mod">
          <ac:chgData name="Sergej Zuyev" userId="2cd4f1a64dfb2c2c" providerId="LiveId" clId="{714B10B3-E903-8C48-9DC8-69EB64924909}" dt="2018-10-25T03:31:15.547" v="5855" actId="478"/>
          <ac:spMkLst>
            <pc:docMk/>
            <pc:sldMk cId="282113317" sldId="336"/>
            <ac:spMk id="19" creationId="{3B18BC5D-4688-934C-96E6-8A1289B09B7D}"/>
          </ac:spMkLst>
        </pc:spChg>
        <pc:spChg chg="del mod">
          <ac:chgData name="Sergej Zuyev" userId="2cd4f1a64dfb2c2c" providerId="LiveId" clId="{714B10B3-E903-8C48-9DC8-69EB64924909}" dt="2018-10-25T03:31:14.026" v="5854" actId="478"/>
          <ac:spMkLst>
            <pc:docMk/>
            <pc:sldMk cId="282113317" sldId="336"/>
            <ac:spMk id="20" creationId="{0C3E4527-1BB0-1043-8F4B-4503B57CEA34}"/>
          </ac:spMkLst>
        </pc:spChg>
        <pc:spChg chg="add mod">
          <ac:chgData name="Sergej Zuyev" userId="2cd4f1a64dfb2c2c" providerId="LiveId" clId="{714B10B3-E903-8C48-9DC8-69EB64924909}" dt="2018-10-25T00:39:09.922" v="797" actId="14100"/>
          <ac:spMkLst>
            <pc:docMk/>
            <pc:sldMk cId="282113317" sldId="336"/>
            <ac:spMk id="21" creationId="{F0E4D8DF-B255-6340-BB1E-9EEF12F0753E}"/>
          </ac:spMkLst>
        </pc:spChg>
        <pc:spChg chg="add del mod">
          <ac:chgData name="Sergej Zuyev" userId="2cd4f1a64dfb2c2c" providerId="LiveId" clId="{714B10B3-E903-8C48-9DC8-69EB64924909}" dt="2018-10-25T03:30:28.369" v="5844"/>
          <ac:spMkLst>
            <pc:docMk/>
            <pc:sldMk cId="282113317" sldId="336"/>
            <ac:spMk id="22" creationId="{69734B1B-01B0-5242-BFD3-A6ECD413219E}"/>
          </ac:spMkLst>
        </pc:spChg>
        <pc:spChg chg="add del mod">
          <ac:chgData name="Sergej Zuyev" userId="2cd4f1a64dfb2c2c" providerId="LiveId" clId="{714B10B3-E903-8C48-9DC8-69EB64924909}" dt="2018-10-25T03:30:26.679" v="5841"/>
          <ac:spMkLst>
            <pc:docMk/>
            <pc:sldMk cId="282113317" sldId="336"/>
            <ac:spMk id="23" creationId="{7A3B546E-5DCA-3341-868B-77E56269BBCD}"/>
          </ac:spMkLst>
        </pc:spChg>
        <pc:spChg chg="add mod">
          <ac:chgData name="Sergej Zuyev" userId="2cd4f1a64dfb2c2c" providerId="LiveId" clId="{714B10B3-E903-8C48-9DC8-69EB64924909}" dt="2018-10-25T03:31:37.906" v="5859" actId="1076"/>
          <ac:spMkLst>
            <pc:docMk/>
            <pc:sldMk cId="282113317" sldId="336"/>
            <ac:spMk id="24" creationId="{EDA162AE-2FB7-CE4C-A3CC-5373CEB5F894}"/>
          </ac:spMkLst>
        </pc:spChg>
        <pc:spChg chg="add mod">
          <ac:chgData name="Sergej Zuyev" userId="2cd4f1a64dfb2c2c" providerId="LiveId" clId="{714B10B3-E903-8C48-9DC8-69EB64924909}" dt="2018-10-25T03:31:55.677" v="5862" actId="1076"/>
          <ac:spMkLst>
            <pc:docMk/>
            <pc:sldMk cId="282113317" sldId="336"/>
            <ac:spMk id="25" creationId="{0F619252-314C-1D44-867B-633B11EED2C7}"/>
          </ac:spMkLst>
        </pc:spChg>
        <pc:spChg chg="add mod">
          <ac:chgData name="Sergej Zuyev" userId="2cd4f1a64dfb2c2c" providerId="LiveId" clId="{714B10B3-E903-8C48-9DC8-69EB64924909}" dt="2018-10-25T03:32:09.684" v="5866" actId="14100"/>
          <ac:spMkLst>
            <pc:docMk/>
            <pc:sldMk cId="282113317" sldId="336"/>
            <ac:spMk id="26" creationId="{E6B61609-7048-BB41-80A2-6E948A9A933E}"/>
          </ac:spMkLst>
        </pc:spChg>
        <pc:spChg chg="add mod">
          <ac:chgData name="Sergej Zuyev" userId="2cd4f1a64dfb2c2c" providerId="LiveId" clId="{714B10B3-E903-8C48-9DC8-69EB64924909}" dt="2018-10-25T03:33:03.773" v="5877" actId="1076"/>
          <ac:spMkLst>
            <pc:docMk/>
            <pc:sldMk cId="282113317" sldId="336"/>
            <ac:spMk id="27" creationId="{6AF96983-41DD-5043-AF1F-506137BA7CB7}"/>
          </ac:spMkLst>
        </pc:spChg>
        <pc:spChg chg="add mod">
          <ac:chgData name="Sergej Zuyev" userId="2cd4f1a64dfb2c2c" providerId="LiveId" clId="{714B10B3-E903-8C48-9DC8-69EB64924909}" dt="2018-10-25T03:33:19.761" v="5880" actId="1076"/>
          <ac:spMkLst>
            <pc:docMk/>
            <pc:sldMk cId="282113317" sldId="336"/>
            <ac:spMk id="28" creationId="{E03F2CCB-BC2B-ED42-AF84-B5288F272967}"/>
          </ac:spMkLst>
        </pc:spChg>
      </pc:sldChg>
      <pc:sldChg chg="modSp ord modAnim">
        <pc:chgData name="Sergej Zuyev" userId="2cd4f1a64dfb2c2c" providerId="LiveId" clId="{714B10B3-E903-8C48-9DC8-69EB64924909}" dt="2018-10-25T04:03:20.389" v="6273"/>
        <pc:sldMkLst>
          <pc:docMk/>
          <pc:sldMk cId="1815425565" sldId="338"/>
        </pc:sldMkLst>
        <pc:spChg chg="mod">
          <ac:chgData name="Sergej Zuyev" userId="2cd4f1a64dfb2c2c" providerId="LiveId" clId="{714B10B3-E903-8C48-9DC8-69EB64924909}" dt="2018-10-25T03:58:17.108" v="6257" actId="20577"/>
          <ac:spMkLst>
            <pc:docMk/>
            <pc:sldMk cId="1815425565" sldId="338"/>
            <ac:spMk id="3" creationId="{BB8D60D8-5758-424B-A29B-55B6AF2272C5}"/>
          </ac:spMkLst>
        </pc:spChg>
      </pc:sldChg>
      <pc:sldChg chg="delSp modSp modAnim">
        <pc:chgData name="Sergej Zuyev" userId="2cd4f1a64dfb2c2c" providerId="LiveId" clId="{714B10B3-E903-8C48-9DC8-69EB64924909}" dt="2018-10-25T03:26:03.193" v="5817"/>
        <pc:sldMkLst>
          <pc:docMk/>
          <pc:sldMk cId="147048481" sldId="339"/>
        </pc:sldMkLst>
        <pc:spChg chg="mod">
          <ac:chgData name="Sergej Zuyev" userId="2cd4f1a64dfb2c2c" providerId="LiveId" clId="{714B10B3-E903-8C48-9DC8-69EB64924909}" dt="2018-10-25T03:24:27.976" v="5801" actId="20577"/>
          <ac:spMkLst>
            <pc:docMk/>
            <pc:sldMk cId="147048481" sldId="339"/>
            <ac:spMk id="5" creationId="{03BA4F14-123E-3040-B7C2-8AE778DBCA23}"/>
          </ac:spMkLst>
        </pc:spChg>
        <pc:spChg chg="del">
          <ac:chgData name="Sergej Zuyev" userId="2cd4f1a64dfb2c2c" providerId="LiveId" clId="{714B10B3-E903-8C48-9DC8-69EB64924909}" dt="2018-10-25T01:24:04.086" v="2107" actId="478"/>
          <ac:spMkLst>
            <pc:docMk/>
            <pc:sldMk cId="147048481" sldId="339"/>
            <ac:spMk id="19" creationId="{A5EE8187-0FE9-F643-B5B8-9B5E6C14889B}"/>
          </ac:spMkLst>
        </pc:spChg>
        <pc:spChg chg="del">
          <ac:chgData name="Sergej Zuyev" userId="2cd4f1a64dfb2c2c" providerId="LiveId" clId="{714B10B3-E903-8C48-9DC8-69EB64924909}" dt="2018-10-25T01:24:05.990" v="2109" actId="478"/>
          <ac:spMkLst>
            <pc:docMk/>
            <pc:sldMk cId="147048481" sldId="339"/>
            <ac:spMk id="24" creationId="{45A92097-EFDC-B544-B3EF-63336586F890}"/>
          </ac:spMkLst>
        </pc:spChg>
        <pc:spChg chg="del">
          <ac:chgData name="Sergej Zuyev" userId="2cd4f1a64dfb2c2c" providerId="LiveId" clId="{714B10B3-E903-8C48-9DC8-69EB64924909}" dt="2018-10-25T01:24:04.928" v="2108" actId="478"/>
          <ac:spMkLst>
            <pc:docMk/>
            <pc:sldMk cId="147048481" sldId="339"/>
            <ac:spMk id="29" creationId="{6B225F06-1902-F04B-A71E-74A9A0073DE3}"/>
          </ac:spMkLst>
        </pc:spChg>
        <pc:spChg chg="mod">
          <ac:chgData name="Sergej Zuyev" userId="2cd4f1a64dfb2c2c" providerId="LiveId" clId="{714B10B3-E903-8C48-9DC8-69EB64924909}" dt="2018-10-25T03:22:21.830" v="5767" actId="1076"/>
          <ac:spMkLst>
            <pc:docMk/>
            <pc:sldMk cId="147048481" sldId="339"/>
            <ac:spMk id="33" creationId="{E6BA2D41-8421-2747-BC96-E754F2906688}"/>
          </ac:spMkLst>
        </pc:spChg>
      </pc:sldChg>
      <pc:sldChg chg="ord modTransition">
        <pc:chgData name="Sergej Zuyev" userId="2cd4f1a64dfb2c2c" providerId="LiveId" clId="{714B10B3-E903-8C48-9DC8-69EB64924909}" dt="2018-10-25T00:45:04.803" v="902"/>
        <pc:sldMkLst>
          <pc:docMk/>
          <pc:sldMk cId="3321253045" sldId="341"/>
        </pc:sldMkLst>
      </pc:sldChg>
      <pc:sldChg chg="modSp ord">
        <pc:chgData name="Sergej Zuyev" userId="2cd4f1a64dfb2c2c" providerId="LiveId" clId="{714B10B3-E903-8C48-9DC8-69EB64924909}" dt="2018-10-25T02:48:47.502" v="5223" actId="20577"/>
        <pc:sldMkLst>
          <pc:docMk/>
          <pc:sldMk cId="4135176891" sldId="342"/>
        </pc:sldMkLst>
        <pc:spChg chg="mod">
          <ac:chgData name="Sergej Zuyev" userId="2cd4f1a64dfb2c2c" providerId="LiveId" clId="{714B10B3-E903-8C48-9DC8-69EB64924909}" dt="2018-10-25T02:34:39.843" v="4779" actId="20577"/>
          <ac:spMkLst>
            <pc:docMk/>
            <pc:sldMk cId="4135176891" sldId="342"/>
            <ac:spMk id="3" creationId="{33FF6C28-743A-B949-88D2-E524C91B250C}"/>
          </ac:spMkLst>
        </pc:spChg>
        <pc:spChg chg="mod">
          <ac:chgData name="Sergej Zuyev" userId="2cd4f1a64dfb2c2c" providerId="LiveId" clId="{714B10B3-E903-8C48-9DC8-69EB64924909}" dt="2018-10-25T02:48:47.502" v="5223" actId="20577"/>
          <ac:spMkLst>
            <pc:docMk/>
            <pc:sldMk cId="4135176891" sldId="342"/>
            <ac:spMk id="5" creationId="{2E6A34A0-B1DE-4749-A0A0-A46EDC9722D9}"/>
          </ac:spMkLst>
        </pc:spChg>
      </pc:sldChg>
      <pc:sldChg chg="modSp ord">
        <pc:chgData name="Sergej Zuyev" userId="2cd4f1a64dfb2c2c" providerId="LiveId" clId="{714B10B3-E903-8C48-9DC8-69EB64924909}" dt="2018-10-25T02:36:26.529" v="4834"/>
        <pc:sldMkLst>
          <pc:docMk/>
          <pc:sldMk cId="1745946720" sldId="343"/>
        </pc:sldMkLst>
        <pc:picChg chg="mod">
          <ac:chgData name="Sergej Zuyev" userId="2cd4f1a64dfb2c2c" providerId="LiveId" clId="{714B10B3-E903-8C48-9DC8-69EB64924909}" dt="2018-10-25T00:21:48.693" v="32" actId="1076"/>
          <ac:picMkLst>
            <pc:docMk/>
            <pc:sldMk cId="1745946720" sldId="343"/>
            <ac:picMk id="9" creationId="{874E1833-1117-C14D-A435-0CF71D9DA58E}"/>
          </ac:picMkLst>
        </pc:picChg>
      </pc:sldChg>
      <pc:sldChg chg="delSp modSp ord modAnim">
        <pc:chgData name="Sergej Zuyev" userId="2cd4f1a64dfb2c2c" providerId="LiveId" clId="{714B10B3-E903-8C48-9DC8-69EB64924909}" dt="2018-10-29T22:11:02.646" v="6677" actId="12"/>
        <pc:sldMkLst>
          <pc:docMk/>
          <pc:sldMk cId="857137636" sldId="344"/>
        </pc:sldMkLst>
        <pc:spChg chg="mod">
          <ac:chgData name="Sergej Zuyev" userId="2cd4f1a64dfb2c2c" providerId="LiveId" clId="{714B10B3-E903-8C48-9DC8-69EB64924909}" dt="2018-10-29T22:11:02.646" v="6677" actId="12"/>
          <ac:spMkLst>
            <pc:docMk/>
            <pc:sldMk cId="857137636" sldId="344"/>
            <ac:spMk id="2" creationId="{9D474877-21D8-5F45-B10B-3BB9B31AD0A9}"/>
          </ac:spMkLst>
        </pc:spChg>
        <pc:picChg chg="del mod">
          <ac:chgData name="Sergej Zuyev" userId="2cd4f1a64dfb2c2c" providerId="LiveId" clId="{714B10B3-E903-8C48-9DC8-69EB64924909}" dt="2018-10-25T03:13:12.996" v="5531" actId="478"/>
          <ac:picMkLst>
            <pc:docMk/>
            <pc:sldMk cId="857137636" sldId="344"/>
            <ac:picMk id="6" creationId="{4C6F1BE7-51FE-BF42-A419-FE250006FBCF}"/>
          </ac:picMkLst>
        </pc:picChg>
      </pc:sldChg>
      <pc:sldChg chg="ord">
        <pc:chgData name="Sergej Zuyev" userId="2cd4f1a64dfb2c2c" providerId="LiveId" clId="{714B10B3-E903-8C48-9DC8-69EB64924909}" dt="2018-10-25T00:42:33.606" v="871"/>
        <pc:sldMkLst>
          <pc:docMk/>
          <pc:sldMk cId="1009278047" sldId="345"/>
        </pc:sldMkLst>
      </pc:sldChg>
      <pc:sldChg chg="modSp add del ord modAnim">
        <pc:chgData name="Sergej Zuyev" userId="2cd4f1a64dfb2c2c" providerId="LiveId" clId="{714B10B3-E903-8C48-9DC8-69EB64924909}" dt="2018-10-25T03:56:22.007" v="6220"/>
        <pc:sldMkLst>
          <pc:docMk/>
          <pc:sldMk cId="3674256959" sldId="346"/>
        </pc:sldMkLst>
        <pc:spChg chg="mod">
          <ac:chgData name="Sergej Zuyev" userId="2cd4f1a64dfb2c2c" providerId="LiveId" clId="{714B10B3-E903-8C48-9DC8-69EB64924909}" dt="2018-10-25T00:45:44.712" v="905" actId="20577"/>
          <ac:spMkLst>
            <pc:docMk/>
            <pc:sldMk cId="3674256959" sldId="346"/>
            <ac:spMk id="3" creationId="{6A29607F-4698-AD47-B467-31876DCA886C}"/>
          </ac:spMkLst>
        </pc:spChg>
        <pc:spChg chg="mod">
          <ac:chgData name="Sergej Zuyev" userId="2cd4f1a64dfb2c2c" providerId="LiveId" clId="{714B10B3-E903-8C48-9DC8-69EB64924909}" dt="2018-10-25T03:14:19.016" v="5576" actId="6549"/>
          <ac:spMkLst>
            <pc:docMk/>
            <pc:sldMk cId="3674256959" sldId="346"/>
            <ac:spMk id="5" creationId="{BE16B333-FF12-D343-83E2-7EFA0C13F4A0}"/>
          </ac:spMkLst>
        </pc:spChg>
      </pc:sldChg>
      <pc:sldChg chg="modSp ord modTransition modAnim">
        <pc:chgData name="Sergej Zuyev" userId="2cd4f1a64dfb2c2c" providerId="LiveId" clId="{714B10B3-E903-8C48-9DC8-69EB64924909}" dt="2018-10-25T03:56:45.234" v="6223"/>
        <pc:sldMkLst>
          <pc:docMk/>
          <pc:sldMk cId="2249444701" sldId="347"/>
        </pc:sldMkLst>
        <pc:spChg chg="mod">
          <ac:chgData name="Sergej Zuyev" userId="2cd4f1a64dfb2c2c" providerId="LiveId" clId="{714B10B3-E903-8C48-9DC8-69EB64924909}" dt="2018-10-25T03:19:28.878" v="5758" actId="20577"/>
          <ac:spMkLst>
            <pc:docMk/>
            <pc:sldMk cId="2249444701" sldId="347"/>
            <ac:spMk id="5" creationId="{794D6A8C-D8B6-7C4D-ACA4-DCAB13450B3A}"/>
          </ac:spMkLst>
        </pc:spChg>
        <pc:picChg chg="mod">
          <ac:chgData name="Sergej Zuyev" userId="2cd4f1a64dfb2c2c" providerId="LiveId" clId="{714B10B3-E903-8C48-9DC8-69EB64924909}" dt="2018-10-25T00:20:52.319" v="22" actId="14100"/>
          <ac:picMkLst>
            <pc:docMk/>
            <pc:sldMk cId="2249444701" sldId="347"/>
            <ac:picMk id="6" creationId="{14A9E668-B133-0D4F-872C-87FB21B7A1B3}"/>
          </ac:picMkLst>
        </pc:picChg>
      </pc:sldChg>
      <pc:sldChg chg="modSp modTransition">
        <pc:chgData name="Sergej Zuyev" userId="2cd4f1a64dfb2c2c" providerId="LiveId" clId="{714B10B3-E903-8C48-9DC8-69EB64924909}" dt="2018-10-25T00:32:20.628" v="674"/>
        <pc:sldMkLst>
          <pc:docMk/>
          <pc:sldMk cId="2800431450" sldId="348"/>
        </pc:sldMkLst>
        <pc:spChg chg="mod">
          <ac:chgData name="Sergej Zuyev" userId="2cd4f1a64dfb2c2c" providerId="LiveId" clId="{714B10B3-E903-8C48-9DC8-69EB64924909}" dt="2018-10-25T00:23:13.977" v="171" actId="20577"/>
          <ac:spMkLst>
            <pc:docMk/>
            <pc:sldMk cId="2800431450" sldId="348"/>
            <ac:spMk id="5" creationId="{794D6A8C-D8B6-7C4D-ACA4-DCAB13450B3A}"/>
          </ac:spMkLst>
        </pc:spChg>
        <pc:picChg chg="mod">
          <ac:chgData name="Sergej Zuyev" userId="2cd4f1a64dfb2c2c" providerId="LiveId" clId="{714B10B3-E903-8C48-9DC8-69EB64924909}" dt="2018-10-25T00:21:54.375" v="33" actId="1076"/>
          <ac:picMkLst>
            <pc:docMk/>
            <pc:sldMk cId="2800431450" sldId="348"/>
            <ac:picMk id="8" creationId="{55879C16-88C3-DA4F-9FF0-EEF24CC96FDE}"/>
          </ac:picMkLst>
        </pc:picChg>
      </pc:sldChg>
      <pc:sldChg chg="modSp ord modTransition">
        <pc:chgData name="Sergej Zuyev" userId="2cd4f1a64dfb2c2c" providerId="LiveId" clId="{714B10B3-E903-8C48-9DC8-69EB64924909}" dt="2018-10-25T00:51:47.471" v="1015"/>
        <pc:sldMkLst>
          <pc:docMk/>
          <pc:sldMk cId="2788213489" sldId="349"/>
        </pc:sldMkLst>
        <pc:spChg chg="mod">
          <ac:chgData name="Sergej Zuyev" userId="2cd4f1a64dfb2c2c" providerId="LiveId" clId="{714B10B3-E903-8C48-9DC8-69EB64924909}" dt="2018-10-25T00:41:17.506" v="866" actId="692"/>
          <ac:spMkLst>
            <pc:docMk/>
            <pc:sldMk cId="2788213489" sldId="349"/>
            <ac:spMk id="22" creationId="{80A6170D-CE5E-154D-90FA-81CE71F00630}"/>
          </ac:spMkLst>
        </pc:spChg>
        <pc:spChg chg="mod">
          <ac:chgData name="Sergej Zuyev" userId="2cd4f1a64dfb2c2c" providerId="LiveId" clId="{714B10B3-E903-8C48-9DC8-69EB64924909}" dt="2018-10-25T00:41:17.506" v="866" actId="692"/>
          <ac:spMkLst>
            <pc:docMk/>
            <pc:sldMk cId="2788213489" sldId="349"/>
            <ac:spMk id="25" creationId="{B5B423DD-D0B9-8040-A8D3-3AA6B8C4E64E}"/>
          </ac:spMkLst>
        </pc:spChg>
      </pc:sldChg>
      <pc:sldChg chg="modSp modTransition">
        <pc:chgData name="Sergej Zuyev" userId="2cd4f1a64dfb2c2c" providerId="LiveId" clId="{714B10B3-E903-8C48-9DC8-69EB64924909}" dt="2018-10-25T00:32:16.016" v="673"/>
        <pc:sldMkLst>
          <pc:docMk/>
          <pc:sldMk cId="3012029368" sldId="350"/>
        </pc:sldMkLst>
        <pc:picChg chg="mod">
          <ac:chgData name="Sergej Zuyev" userId="2cd4f1a64dfb2c2c" providerId="LiveId" clId="{714B10B3-E903-8C48-9DC8-69EB64924909}" dt="2018-10-25T00:21:28.233" v="30" actId="1076"/>
          <ac:picMkLst>
            <pc:docMk/>
            <pc:sldMk cId="3012029368" sldId="350"/>
            <ac:picMk id="8" creationId="{64580354-7CFF-3E49-AC5B-7F84AD6D3070}"/>
          </ac:picMkLst>
        </pc:picChg>
      </pc:sldChg>
      <pc:sldChg chg="modSp add ord modTransition">
        <pc:chgData name="Sergej Zuyev" userId="2cd4f1a64dfb2c2c" providerId="LiveId" clId="{714B10B3-E903-8C48-9DC8-69EB64924909}" dt="2018-10-25T00:55:14.774" v="1039"/>
        <pc:sldMkLst>
          <pc:docMk/>
          <pc:sldMk cId="2126340171" sldId="351"/>
        </pc:sldMkLst>
        <pc:spChg chg="mod">
          <ac:chgData name="Sergej Zuyev" userId="2cd4f1a64dfb2c2c" providerId="LiveId" clId="{714B10B3-E903-8C48-9DC8-69EB64924909}" dt="2018-10-25T00:43:25.705" v="882" actId="20577"/>
          <ac:spMkLst>
            <pc:docMk/>
            <pc:sldMk cId="2126340171" sldId="351"/>
            <ac:spMk id="2" creationId="{EE3A21DA-4A99-794B-B905-956154FBD1E2}"/>
          </ac:spMkLst>
        </pc:spChg>
        <pc:spChg chg="mod">
          <ac:chgData name="Sergej Zuyev" userId="2cd4f1a64dfb2c2c" providerId="LiveId" clId="{714B10B3-E903-8C48-9DC8-69EB64924909}" dt="2018-10-25T00:43:57.667" v="894" actId="15"/>
          <ac:spMkLst>
            <pc:docMk/>
            <pc:sldMk cId="2126340171" sldId="351"/>
            <ac:spMk id="3" creationId="{2C51E789-A4CD-3041-9F8C-02903ED9D2E2}"/>
          </ac:spMkLst>
        </pc:spChg>
        <pc:spChg chg="mod">
          <ac:chgData name="Sergej Zuyev" userId="2cd4f1a64dfb2c2c" providerId="LiveId" clId="{714B10B3-E903-8C48-9DC8-69EB64924909}" dt="2018-10-25T00:44:30.701" v="899" actId="20577"/>
          <ac:spMkLst>
            <pc:docMk/>
            <pc:sldMk cId="2126340171" sldId="351"/>
            <ac:spMk id="4" creationId="{E94F0ED6-F03E-6440-9C88-4EBC3CB301E4}"/>
          </ac:spMkLst>
        </pc:spChg>
      </pc:sldChg>
      <pc:sldChg chg="modSp add ord modAnim">
        <pc:chgData name="Sergej Zuyev" userId="2cd4f1a64dfb2c2c" providerId="LiveId" clId="{714B10B3-E903-8C48-9DC8-69EB64924909}" dt="2018-10-25T03:56:50.716" v="6224"/>
        <pc:sldMkLst>
          <pc:docMk/>
          <pc:sldMk cId="401181965" sldId="353"/>
        </pc:sldMkLst>
        <pc:spChg chg="mod">
          <ac:chgData name="Sergej Zuyev" userId="2cd4f1a64dfb2c2c" providerId="LiveId" clId="{714B10B3-E903-8C48-9DC8-69EB64924909}" dt="2018-10-25T01:38:15.676" v="2581" actId="20577"/>
          <ac:spMkLst>
            <pc:docMk/>
            <pc:sldMk cId="401181965" sldId="353"/>
            <ac:spMk id="3" creationId="{6A29607F-4698-AD47-B467-31876DCA886C}"/>
          </ac:spMkLst>
        </pc:spChg>
        <pc:spChg chg="mod">
          <ac:chgData name="Sergej Zuyev" userId="2cd4f1a64dfb2c2c" providerId="LiveId" clId="{714B10B3-E903-8C48-9DC8-69EB64924909}" dt="2018-10-25T02:16:19.297" v="3865" actId="20577"/>
          <ac:spMkLst>
            <pc:docMk/>
            <pc:sldMk cId="401181965" sldId="353"/>
            <ac:spMk id="5" creationId="{BE16B333-FF12-D343-83E2-7EFA0C13F4A0}"/>
          </ac:spMkLst>
        </pc:spChg>
      </pc:sldChg>
      <pc:sldChg chg="add modAnim">
        <pc:chgData name="Sergej Zuyev" userId="2cd4f1a64dfb2c2c" providerId="LiveId" clId="{714B10B3-E903-8C48-9DC8-69EB64924909}" dt="2018-10-25T03:55:39.644" v="6217"/>
        <pc:sldMkLst>
          <pc:docMk/>
          <pc:sldMk cId="1278016338" sldId="354"/>
        </pc:sldMkLst>
      </pc:sldChg>
      <pc:sldChg chg="modSp add modAnim">
        <pc:chgData name="Sergej Zuyev" userId="2cd4f1a64dfb2c2c" providerId="LiveId" clId="{714B10B3-E903-8C48-9DC8-69EB64924909}" dt="2018-10-25T03:55:22.088" v="6215"/>
        <pc:sldMkLst>
          <pc:docMk/>
          <pc:sldMk cId="3528843815" sldId="355"/>
        </pc:sldMkLst>
        <pc:spChg chg="mod">
          <ac:chgData name="Sergej Zuyev" userId="2cd4f1a64dfb2c2c" providerId="LiveId" clId="{714B10B3-E903-8C48-9DC8-69EB64924909}" dt="2018-10-25T02:10:02.007" v="3695"/>
          <ac:spMkLst>
            <pc:docMk/>
            <pc:sldMk cId="3528843815" sldId="355"/>
            <ac:spMk id="2" creationId="{5BCD127D-2E9A-8D44-8C99-927529BE1A8F}"/>
          </ac:spMkLst>
        </pc:spChg>
        <pc:spChg chg="mod">
          <ac:chgData name="Sergej Zuyev" userId="2cd4f1a64dfb2c2c" providerId="LiveId" clId="{714B10B3-E903-8C48-9DC8-69EB64924909}" dt="2018-10-25T02:18:55.158" v="3990" actId="6549"/>
          <ac:spMkLst>
            <pc:docMk/>
            <pc:sldMk cId="3528843815" sldId="355"/>
            <ac:spMk id="3" creationId="{6B68D4D5-9C0A-584E-836C-5D32D31FFF8A}"/>
          </ac:spMkLst>
        </pc:spChg>
        <pc:spChg chg="mod">
          <ac:chgData name="Sergej Zuyev" userId="2cd4f1a64dfb2c2c" providerId="LiveId" clId="{714B10B3-E903-8C48-9DC8-69EB64924909}" dt="2018-10-25T02:49:57.625" v="5251" actId="6549"/>
          <ac:spMkLst>
            <pc:docMk/>
            <pc:sldMk cId="3528843815" sldId="355"/>
            <ac:spMk id="4" creationId="{1C55DC71-F662-1848-9E2E-FF62878B5127}"/>
          </ac:spMkLst>
        </pc:spChg>
      </pc:sldChg>
      <pc:sldChg chg="modSp add modAnim">
        <pc:chgData name="Sergej Zuyev" userId="2cd4f1a64dfb2c2c" providerId="LiveId" clId="{714B10B3-E903-8C48-9DC8-69EB64924909}" dt="2018-10-25T04:09:52.999" v="6619" actId="20577"/>
        <pc:sldMkLst>
          <pc:docMk/>
          <pc:sldMk cId="116346469" sldId="356"/>
        </pc:sldMkLst>
        <pc:spChg chg="mod">
          <ac:chgData name="Sergej Zuyev" userId="2cd4f1a64dfb2c2c" providerId="LiveId" clId="{714B10B3-E903-8C48-9DC8-69EB64924909}" dt="2018-10-25T04:09:52.999" v="6619" actId="20577"/>
          <ac:spMkLst>
            <pc:docMk/>
            <pc:sldMk cId="116346469" sldId="356"/>
            <ac:spMk id="5" creationId="{2E6A34A0-B1DE-4749-A0A0-A46EDC9722D9}"/>
          </ac:spMkLst>
        </pc:spChg>
      </pc:sldChg>
      <pc:sldChg chg="modSp add modAnim">
        <pc:chgData name="Sergej Zuyev" userId="2cd4f1a64dfb2c2c" providerId="LiveId" clId="{714B10B3-E903-8C48-9DC8-69EB64924909}" dt="2018-10-25T03:55:48.681" v="6218"/>
        <pc:sldMkLst>
          <pc:docMk/>
          <pc:sldMk cId="2122592494" sldId="358"/>
        </pc:sldMkLst>
        <pc:spChg chg="mod">
          <ac:chgData name="Sergej Zuyev" userId="2cd4f1a64dfb2c2c" providerId="LiveId" clId="{714B10B3-E903-8C48-9DC8-69EB64924909}" dt="2018-10-25T02:42:58.421" v="5020"/>
          <ac:spMkLst>
            <pc:docMk/>
            <pc:sldMk cId="2122592494" sldId="358"/>
            <ac:spMk id="2" creationId="{937EE56E-247F-8447-8F4F-84302AADE3A2}"/>
          </ac:spMkLst>
        </pc:spChg>
        <pc:spChg chg="mod">
          <ac:chgData name="Sergej Zuyev" userId="2cd4f1a64dfb2c2c" providerId="LiveId" clId="{714B10B3-E903-8C48-9DC8-69EB64924909}" dt="2018-10-25T02:47:01.822" v="5198" actId="20577"/>
          <ac:spMkLst>
            <pc:docMk/>
            <pc:sldMk cId="2122592494" sldId="358"/>
            <ac:spMk id="3" creationId="{B008AFA4-06BC-764D-98B9-BD3A08C29A84}"/>
          </ac:spMkLst>
        </pc:spChg>
        <pc:spChg chg="mod">
          <ac:chgData name="Sergej Zuyev" userId="2cd4f1a64dfb2c2c" providerId="LiveId" clId="{714B10B3-E903-8C48-9DC8-69EB64924909}" dt="2018-10-25T03:52:10.379" v="6213" actId="6549"/>
          <ac:spMkLst>
            <pc:docMk/>
            <pc:sldMk cId="2122592494" sldId="358"/>
            <ac:spMk id="4" creationId="{B32B4628-DC80-054F-9229-08BCAF6F5AC0}"/>
          </ac:spMkLst>
        </pc:spChg>
      </pc:sldChg>
      <pc:sldChg chg="modSp add">
        <pc:chgData name="Sergej Zuyev" userId="2cd4f1a64dfb2c2c" providerId="LiveId" clId="{714B10B3-E903-8C48-9DC8-69EB64924909}" dt="2018-10-25T04:07:29.079" v="6379" actId="15"/>
        <pc:sldMkLst>
          <pc:docMk/>
          <pc:sldMk cId="885209724" sldId="360"/>
        </pc:sldMkLst>
        <pc:spChg chg="mod">
          <ac:chgData name="Sergej Zuyev" userId="2cd4f1a64dfb2c2c" providerId="LiveId" clId="{714B10B3-E903-8C48-9DC8-69EB64924909}" dt="2018-10-25T04:07:29.079" v="6379" actId="15"/>
          <ac:spMkLst>
            <pc:docMk/>
            <pc:sldMk cId="885209724" sldId="360"/>
            <ac:spMk id="2" creationId="{B270D6EC-6B52-1E47-A799-4798A04A6BFE}"/>
          </ac:spMkLst>
        </pc:spChg>
      </pc:sldChg>
      <pc:sldChg chg="modSp add">
        <pc:chgData name="Sergej Zuyev" userId="2cd4f1a64dfb2c2c" providerId="LiveId" clId="{714B10B3-E903-8C48-9DC8-69EB64924909}" dt="2018-10-25T03:50:35.044" v="6206" actId="113"/>
        <pc:sldMkLst>
          <pc:docMk/>
          <pc:sldMk cId="3692424197" sldId="362"/>
        </pc:sldMkLst>
        <pc:spChg chg="mod">
          <ac:chgData name="Sergej Zuyev" userId="2cd4f1a64dfb2c2c" providerId="LiveId" clId="{714B10B3-E903-8C48-9DC8-69EB64924909}" dt="2018-10-25T03:49:42.783" v="6165"/>
          <ac:spMkLst>
            <pc:docMk/>
            <pc:sldMk cId="3692424197" sldId="362"/>
            <ac:spMk id="2" creationId="{C0765241-AE61-8F48-96E8-B8BA3CED381F}"/>
          </ac:spMkLst>
        </pc:spChg>
        <pc:spChg chg="mod">
          <ac:chgData name="Sergej Zuyev" userId="2cd4f1a64dfb2c2c" providerId="LiveId" clId="{714B10B3-E903-8C48-9DC8-69EB64924909}" dt="2018-10-25T03:50:35.044" v="6206" actId="113"/>
          <ac:spMkLst>
            <pc:docMk/>
            <pc:sldMk cId="3692424197" sldId="362"/>
            <ac:spMk id="3" creationId="{17CA5A05-AF3E-D645-8C77-88888A888550}"/>
          </ac:spMkLst>
        </pc:spChg>
        <pc:spChg chg="mod">
          <ac:chgData name="Sergej Zuyev" userId="2cd4f1a64dfb2c2c" providerId="LiveId" clId="{714B10B3-E903-8C48-9DC8-69EB64924909}" dt="2018-10-25T03:50:14.183" v="6204" actId="14100"/>
          <ac:spMkLst>
            <pc:docMk/>
            <pc:sldMk cId="3692424197" sldId="362"/>
            <ac:spMk id="4" creationId="{B0D96EBC-6BB5-8048-972F-D27E5694B713}"/>
          </ac:spMkLst>
        </pc:spChg>
      </pc:sldChg>
      <pc:sldMasterChg chg="delSldLayout modSldLayout">
        <pc:chgData name="Sergej Zuyev" userId="2cd4f1a64dfb2c2c" providerId="LiveId" clId="{714B10B3-E903-8C48-9DC8-69EB64924909}" dt="2018-10-25T04:03:35.095" v="6284" actId="20577"/>
        <pc:sldMasterMkLst>
          <pc:docMk/>
          <pc:sldMasterMk cId="0" sldId="2147483648"/>
        </pc:sldMasterMkLst>
        <pc:sldLayoutChg chg="modSp">
          <pc:chgData name="Sergej Zuyev" userId="2cd4f1a64dfb2c2c" providerId="LiveId" clId="{714B10B3-E903-8C48-9DC8-69EB64924909}" dt="2018-10-25T04:03:35.095" v="6284" actId="20577"/>
          <pc:sldLayoutMkLst>
            <pc:docMk/>
            <pc:sldMasterMk cId="0" sldId="2147483648"/>
            <pc:sldLayoutMk cId="516786875" sldId="2147484427"/>
          </pc:sldLayoutMkLst>
          <pc:spChg chg="mod">
            <ac:chgData name="Sergej Zuyev" userId="2cd4f1a64dfb2c2c" providerId="LiveId" clId="{714B10B3-E903-8C48-9DC8-69EB64924909}" dt="2018-10-25T04:03:35.095" v="6284" actId="20577"/>
            <ac:spMkLst>
              <pc:docMk/>
              <pc:sldMasterMk cId="0" sldId="2147483648"/>
              <pc:sldLayoutMk cId="516786875" sldId="2147484427"/>
              <ac:spMk id="9" creationId="{00000000-0000-0000-0000-000000000000}"/>
            </ac:spMkLst>
          </pc:spChg>
        </pc:sldLayoutChg>
        <pc:sldLayoutChg chg="addSp delSp modSp">
          <pc:chgData name="Sergej Zuyev" userId="2cd4f1a64dfb2c2c" providerId="LiveId" clId="{714B10B3-E903-8C48-9DC8-69EB64924909}" dt="2018-10-25T03:49:02.728" v="6160" actId="1076"/>
          <pc:sldLayoutMkLst>
            <pc:docMk/>
            <pc:sldMasterMk cId="0" sldId="2147483648"/>
            <pc:sldLayoutMk cId="4245023364" sldId="2147484432"/>
          </pc:sldLayoutMkLst>
          <pc:spChg chg="add del mod">
            <ac:chgData name="Sergej Zuyev" userId="2cd4f1a64dfb2c2c" providerId="LiveId" clId="{714B10B3-E903-8C48-9DC8-69EB64924909}" dt="2018-10-25T03:48:51.558" v="6158"/>
            <ac:spMkLst>
              <pc:docMk/>
              <pc:sldMasterMk cId="0" sldId="2147483648"/>
              <pc:sldLayoutMk cId="4245023364" sldId="2147484432"/>
              <ac:spMk id="3" creationId="{44975905-FAD0-AC44-A7CB-192DEEE0FB48}"/>
            </ac:spMkLst>
          </pc:spChg>
          <pc:spChg chg="del">
            <ac:chgData name="Sergej Zuyev" userId="2cd4f1a64dfb2c2c" providerId="LiveId" clId="{714B10B3-E903-8C48-9DC8-69EB64924909}" dt="2018-10-25T03:41:53.863" v="6113" actId="478"/>
            <ac:spMkLst>
              <pc:docMk/>
              <pc:sldMasterMk cId="0" sldId="2147483648"/>
              <pc:sldLayoutMk cId="4245023364" sldId="2147484432"/>
              <ac:spMk id="8" creationId="{00000000-0000-0000-0000-000000000000}"/>
            </ac:spMkLst>
          </pc:spChg>
          <pc:spChg chg="del">
            <ac:chgData name="Sergej Zuyev" userId="2cd4f1a64dfb2c2c" providerId="LiveId" clId="{714B10B3-E903-8C48-9DC8-69EB64924909}" dt="2018-10-25T03:40:22.846" v="6105" actId="478"/>
            <ac:spMkLst>
              <pc:docMk/>
              <pc:sldMasterMk cId="0" sldId="2147483648"/>
              <pc:sldLayoutMk cId="4245023364" sldId="2147484432"/>
              <ac:spMk id="9" creationId="{00000000-0000-0000-0000-000000000000}"/>
            </ac:spMkLst>
          </pc:spChg>
          <pc:spChg chg="del">
            <ac:chgData name="Sergej Zuyev" userId="2cd4f1a64dfb2c2c" providerId="LiveId" clId="{714B10B3-E903-8C48-9DC8-69EB64924909}" dt="2018-10-25T03:41:57.075" v="6114" actId="478"/>
            <ac:spMkLst>
              <pc:docMk/>
              <pc:sldMasterMk cId="0" sldId="2147483648"/>
              <pc:sldLayoutMk cId="4245023364" sldId="2147484432"/>
              <ac:spMk id="10" creationId="{00000000-0000-0000-0000-000000000000}"/>
            </ac:spMkLst>
          </pc:spChg>
          <pc:spChg chg="del mod">
            <ac:chgData name="Sergej Zuyev" userId="2cd4f1a64dfb2c2c" providerId="LiveId" clId="{714B10B3-E903-8C48-9DC8-69EB64924909}" dt="2018-10-25T03:48:51.163" v="6156" actId="478"/>
            <ac:spMkLst>
              <pc:docMk/>
              <pc:sldMasterMk cId="0" sldId="2147483648"/>
              <pc:sldLayoutMk cId="4245023364" sldId="2147484432"/>
              <ac:spMk id="11" creationId="{00000000-0000-0000-0000-000000000000}"/>
            </ac:spMkLst>
          </pc:spChg>
          <pc:spChg chg="add mod">
            <ac:chgData name="Sergej Zuyev" userId="2cd4f1a64dfb2c2c" providerId="LiveId" clId="{714B10B3-E903-8C48-9DC8-69EB64924909}" dt="2018-10-25T03:47:40.407" v="6145" actId="207"/>
            <ac:spMkLst>
              <pc:docMk/>
              <pc:sldMasterMk cId="0" sldId="2147483648"/>
              <pc:sldLayoutMk cId="4245023364" sldId="2147484432"/>
              <ac:spMk id="12" creationId="{3AE2EBA5-C8E7-AD4D-A0E7-7FCADECC0FEE}"/>
            </ac:spMkLst>
          </pc:spChg>
          <pc:spChg chg="add del mod">
            <ac:chgData name="Sergej Zuyev" userId="2cd4f1a64dfb2c2c" providerId="LiveId" clId="{714B10B3-E903-8C48-9DC8-69EB64924909}" dt="2018-10-25T03:45:24.852" v="6136" actId="478"/>
            <ac:spMkLst>
              <pc:docMk/>
              <pc:sldMasterMk cId="0" sldId="2147483648"/>
              <pc:sldLayoutMk cId="4245023364" sldId="2147484432"/>
              <ac:spMk id="13" creationId="{6356D3E0-AEAA-6244-BF17-3BEF1D4B17C8}"/>
            </ac:spMkLst>
          </pc:spChg>
          <pc:spChg chg="del">
            <ac:chgData name="Sergej Zuyev" userId="2cd4f1a64dfb2c2c" providerId="LiveId" clId="{714B10B3-E903-8C48-9DC8-69EB64924909}" dt="2018-10-25T03:41:58.240" v="6115" actId="478"/>
            <ac:spMkLst>
              <pc:docMk/>
              <pc:sldMasterMk cId="0" sldId="2147483648"/>
              <pc:sldLayoutMk cId="4245023364" sldId="2147484432"/>
              <ac:spMk id="14" creationId="{00000000-0000-0000-0000-000000000000}"/>
            </ac:spMkLst>
          </pc:spChg>
          <pc:spChg chg="add del mod">
            <ac:chgData name="Sergej Zuyev" userId="2cd4f1a64dfb2c2c" providerId="LiveId" clId="{714B10B3-E903-8C48-9DC8-69EB64924909}" dt="2018-10-25T03:48:52.267" v="6159" actId="478"/>
            <ac:spMkLst>
              <pc:docMk/>
              <pc:sldMasterMk cId="0" sldId="2147483648"/>
              <pc:sldLayoutMk cId="4245023364" sldId="2147484432"/>
              <ac:spMk id="15" creationId="{D3C50EE1-0C11-5E47-8138-0A8025B9ECEA}"/>
            </ac:spMkLst>
          </pc:spChg>
          <pc:spChg chg="add mod">
            <ac:chgData name="Sergej Zuyev" userId="2cd4f1a64dfb2c2c" providerId="LiveId" clId="{714B10B3-E903-8C48-9DC8-69EB64924909}" dt="2018-10-25T03:49:02.728" v="6160" actId="1076"/>
            <ac:spMkLst>
              <pc:docMk/>
              <pc:sldMasterMk cId="0" sldId="2147483648"/>
              <pc:sldLayoutMk cId="4245023364" sldId="2147484432"/>
              <ac:spMk id="16" creationId="{10C5DC57-FAD8-F84D-A253-8CCFEE9C8CF0}"/>
            </ac:spMkLst>
          </pc:spChg>
          <pc:spChg chg="add mod">
            <ac:chgData name="Sergej Zuyev" userId="2cd4f1a64dfb2c2c" providerId="LiveId" clId="{714B10B3-E903-8C48-9DC8-69EB64924909}" dt="2018-10-25T03:49:02.728" v="6160" actId="1076"/>
            <ac:spMkLst>
              <pc:docMk/>
              <pc:sldMasterMk cId="0" sldId="2147483648"/>
              <pc:sldLayoutMk cId="4245023364" sldId="2147484432"/>
              <ac:spMk id="17" creationId="{30C6EB5D-E22E-644A-8E73-CF018E5A74F2}"/>
            </ac:spMkLst>
          </pc:spChg>
          <pc:picChg chg="del">
            <ac:chgData name="Sergej Zuyev" userId="2cd4f1a64dfb2c2c" providerId="LiveId" clId="{714B10B3-E903-8C48-9DC8-69EB64924909}" dt="2018-10-25T03:46:37.062" v="6141" actId="478"/>
            <ac:picMkLst>
              <pc:docMk/>
              <pc:sldMasterMk cId="0" sldId="2147483648"/>
              <pc:sldLayoutMk cId="4245023364" sldId="2147484432"/>
              <ac:picMk id="7" creationId="{00000000-0000-0000-0000-000000000000}"/>
            </ac:picMkLst>
          </pc:picChg>
        </pc:sldLayoutChg>
        <pc:sldLayoutChg chg="modSp">
          <pc:chgData name="Sergej Zuyev" userId="2cd4f1a64dfb2c2c" providerId="LiveId" clId="{714B10B3-E903-8C48-9DC8-69EB64924909}" dt="2018-10-25T03:44:42.937" v="6132" actId="242"/>
          <pc:sldLayoutMkLst>
            <pc:docMk/>
            <pc:sldMasterMk cId="0" sldId="2147483648"/>
            <pc:sldLayoutMk cId="4168903378" sldId="2147484433"/>
          </pc:sldLayoutMkLst>
          <pc:spChg chg="mod">
            <ac:chgData name="Sergej Zuyev" userId="2cd4f1a64dfb2c2c" providerId="LiveId" clId="{714B10B3-E903-8C48-9DC8-69EB64924909}" dt="2018-10-25T03:44:42.937" v="6132" actId="242"/>
            <ac:spMkLst>
              <pc:docMk/>
              <pc:sldMasterMk cId="0" sldId="2147483648"/>
              <pc:sldLayoutMk cId="4168903378" sldId="2147484433"/>
              <ac:spMk id="13" creationId="{6356D3E0-AEAA-6244-BF17-3BEF1D4B17C8}"/>
            </ac:spMkLst>
          </pc:spChg>
        </pc:sldLayoutChg>
      </pc:sldMasterChg>
    </pc:docChg>
  </pc:docChgLst>
  <pc:docChgLst>
    <pc:chgData name="Sergej Zuyev" userId="2cd4f1a64dfb2c2c" providerId="LiveId" clId="{8A46BB0D-7876-44CE-95A7-1A3E13D9AC49}"/>
    <pc:docChg chg="undo modSld">
      <pc:chgData name="Sergej Zuyev" userId="2cd4f1a64dfb2c2c" providerId="LiveId" clId="{8A46BB0D-7876-44CE-95A7-1A3E13D9AC49}" dt="2018-10-30T09:11:25.438" v="3" actId="20577"/>
      <pc:docMkLst>
        <pc:docMk/>
      </pc:docMkLst>
      <pc:sldChg chg="modSp">
        <pc:chgData name="Sergej Zuyev" userId="2cd4f1a64dfb2c2c" providerId="LiveId" clId="{8A46BB0D-7876-44CE-95A7-1A3E13D9AC49}" dt="2018-10-30T09:11:25.438" v="3" actId="20577"/>
        <pc:sldMkLst>
          <pc:docMk/>
          <pc:sldMk cId="3933182907" sldId="327"/>
        </pc:sldMkLst>
        <pc:spChg chg="mod">
          <ac:chgData name="Sergej Zuyev" userId="2cd4f1a64dfb2c2c" providerId="LiveId" clId="{8A46BB0D-7876-44CE-95A7-1A3E13D9AC49}" dt="2018-10-30T09:11:25.438" v="3" actId="20577"/>
          <ac:spMkLst>
            <pc:docMk/>
            <pc:sldMk cId="3933182907" sldId="327"/>
            <ac:spMk id="2" creationId="{639A4F5F-5CA1-D848-9FFD-92B65E70743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549A58-65A2-1C4E-BD33-6061F52BCE58}" type="datetimeFigureOut">
              <a:rPr lang="de-DE" altLang="de-DE"/>
              <a:pPr>
                <a:defRPr/>
              </a:pPr>
              <a:t>30.10.2018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A2CBF72-E928-E147-A1D9-782F6DF0FEAB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1665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B8FA84D-43F1-B541-9232-7D50279E8043}" type="datetimeFigureOut">
              <a:rPr lang="de-DE" altLang="de-DE"/>
              <a:pPr>
                <a:defRPr/>
              </a:pPr>
              <a:t>30.10.2018</a:t>
            </a:fld>
            <a:endParaRPr lang="de-DE" altLang="de-DE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Textmasterformate durch Klicken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79F7848-E2AA-B947-8B0B-A0FBC6F783BE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060364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9" descr="studis-THM-giessen.jp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050"/>
            <a:ext cx="9144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 dirty="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176" y="3717479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1005193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79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606000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9" descr="StudisTHM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1260000"/>
            <a:ext cx="9144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176" y="3717479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5263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606000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0" y="1280637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176" y="3717479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1038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9" descr="studis-an-der-THM-friedberg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050"/>
            <a:ext cx="9144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176" y="3717479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493908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M-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9" descr="studis-an-der-THM-giessen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89050"/>
            <a:ext cx="9144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176" y="3717479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</p:spTree>
    <p:extLst>
      <p:ext uri="{BB962C8B-B14F-4D97-AF65-F5344CB8AC3E}">
        <p14:creationId xmlns:p14="http://schemas.microsoft.com/office/powerpoint/2010/main" val="59059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 Zuyev 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Bild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309687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7972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012160" y="3717479"/>
            <a:ext cx="2592288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516786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6825"/>
            <a:ext cx="914400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800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2879999" y="3204000"/>
            <a:ext cx="2880000" cy="28800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000" y="3284985"/>
            <a:ext cx="2376263" cy="720080"/>
          </a:xfrm>
        </p:spPr>
        <p:txBody>
          <a:bodyPr tIns="0" rIns="0" bIns="0" anchor="t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1" y="3717478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6156176" y="3861048"/>
            <a:ext cx="2376488" cy="1800225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12456260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87462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6"/>
          <p:cNvSpPr>
            <a:spLocks noChangeArrowheads="1"/>
          </p:cNvSpPr>
          <p:nvPr userDrawn="1"/>
        </p:nvSpPr>
        <p:spPr bwMode="auto">
          <a:xfrm>
            <a:off x="5904000" y="3204000"/>
            <a:ext cx="2879725" cy="28800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2879999" y="3204000"/>
            <a:ext cx="2880000" cy="288000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0" hasCustomPrompt="1"/>
          </p:nvPr>
        </p:nvSpPr>
        <p:spPr>
          <a:xfrm>
            <a:off x="6156000" y="3284985"/>
            <a:ext cx="2376263" cy="720080"/>
          </a:xfrm>
        </p:spPr>
        <p:txBody>
          <a:bodyPr tIns="0" rIns="0" bIns="0" anchor="t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1" y="3717478"/>
            <a:ext cx="2376263" cy="2231801"/>
          </a:xfrm>
        </p:spPr>
        <p:txBody>
          <a:bodyPr anchor="b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6156176" y="3861048"/>
            <a:ext cx="2376488" cy="1800225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36669484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el 2">
            <a:extLst>
              <a:ext uri="{FF2B5EF4-FFF2-40B4-BE49-F238E27FC236}">
                <a16:creationId xmlns:a16="http://schemas.microsoft.com/office/drawing/2014/main" id="{3AE2EBA5-C8E7-AD4D-A0E7-7FCADECC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07" y="1547792"/>
            <a:ext cx="8421688" cy="574675"/>
          </a:xfrm>
        </p:spPr>
        <p:txBody>
          <a:bodyPr lIns="0"/>
          <a:lstStyle>
            <a:lvl1pPr>
              <a:defRPr>
                <a:solidFill>
                  <a:srgbClr val="4A5C66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0C5DC57-FAD8-F84D-A253-8CCFEE9C8C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9207" y="3429000"/>
            <a:ext cx="2376263" cy="720080"/>
          </a:xfrm>
        </p:spPr>
        <p:txBody>
          <a:bodyPr tIns="0" rIns="0" bIns="0" anchor="t"/>
          <a:lstStyle>
            <a:lvl1pPr marL="0" indent="0">
              <a:lnSpc>
                <a:spcPct val="150000"/>
              </a:lnSpc>
              <a:buNone/>
              <a:defRPr sz="2200" b="1"/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30C6EB5D-E22E-644A-8E73-CF018E5A74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383" y="4005063"/>
            <a:ext cx="2376488" cy="1800225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</a:t>
            </a:r>
          </a:p>
        </p:txBody>
      </p:sp>
    </p:spTree>
    <p:extLst>
      <p:ext uri="{BB962C8B-B14F-4D97-AF65-F5344CB8AC3E}">
        <p14:creationId xmlns:p14="http://schemas.microsoft.com/office/powerpoint/2010/main" val="4245023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folie Fachbereich oder Instit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4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pic>
        <p:nvPicPr>
          <p:cNvPr id="6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afik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287462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platzhalt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35431" y="3859212"/>
            <a:ext cx="2376263" cy="2231801"/>
          </a:xfr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2" name="Titel 2">
            <a:extLst>
              <a:ext uri="{FF2B5EF4-FFF2-40B4-BE49-F238E27FC236}">
                <a16:creationId xmlns:a16="http://schemas.microsoft.com/office/drawing/2014/main" id="{3AE2EBA5-C8E7-AD4D-A0E7-7FCADECC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207" y="1547792"/>
            <a:ext cx="8421688" cy="574675"/>
          </a:xfrm>
        </p:spPr>
        <p:txBody>
          <a:bodyPr l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13" name="Titel 2">
            <a:extLst>
              <a:ext uri="{FF2B5EF4-FFF2-40B4-BE49-F238E27FC236}">
                <a16:creationId xmlns:a16="http://schemas.microsoft.com/office/drawing/2014/main" id="{6356D3E0-AEAA-6244-BF17-3BEF1D4B17C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329207" y="3241675"/>
            <a:ext cx="842168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200" b="1" kern="1200">
                <a:solidFill>
                  <a:schemeClr val="bg1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4A5C66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de-DE" sz="1800" dirty="0"/>
              <a:t>Mastertitelformat bearbeiten</a:t>
            </a:r>
            <a:endParaRPr lang="de-DE" altLang="de-DE" sz="1800" dirty="0">
              <a:latin typeface="Arial" charset="0"/>
              <a:ea typeface="MS PGothic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9033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9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1688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24001" y="1620000"/>
            <a:ext cx="8424464" cy="4617288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398817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1688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24001" y="1620000"/>
            <a:ext cx="8424464" cy="1736992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324000" y="3573464"/>
            <a:ext cx="2663824" cy="2663824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 userDrawn="1"/>
        </p:nvSpPr>
        <p:spPr bwMode="auto">
          <a:xfrm>
            <a:off x="3202932" y="3573464"/>
            <a:ext cx="2663824" cy="2663824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7"/>
          <p:cNvSpPr>
            <a:spLocks noChangeArrowheads="1"/>
          </p:cNvSpPr>
          <p:nvPr userDrawn="1"/>
        </p:nvSpPr>
        <p:spPr bwMode="auto">
          <a:xfrm>
            <a:off x="6084000" y="3573464"/>
            <a:ext cx="2663824" cy="2663824"/>
          </a:xfrm>
          <a:prstGeom prst="rect">
            <a:avLst/>
          </a:prstGeom>
          <a:solidFill>
            <a:srgbClr val="80BA24"/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514800" y="3715200"/>
            <a:ext cx="216024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4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402000" y="3715200"/>
            <a:ext cx="216024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  <p:sp>
        <p:nvSpPr>
          <p:cNvPr id="15" name="Textplatzhalt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282000" y="3716540"/>
            <a:ext cx="2160240" cy="768596"/>
          </a:xfrm>
        </p:spPr>
        <p:txBody>
          <a:bodyPr lIns="90000" rIns="90000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z="2400" dirty="0"/>
              <a:t>Text</a:t>
            </a:r>
            <a:endParaRPr lang="de-DE" dirty="0"/>
          </a:p>
        </p:txBody>
      </p:sp>
    </p:spTree>
    <p:extLst/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‹#›</a:t>
            </a:fld>
            <a:endParaRPr lang="de-DE" altLang="de-DE" dirty="0"/>
          </a:p>
        </p:txBody>
      </p:sp>
      <p:sp>
        <p:nvSpPr>
          <p:cNvPr id="5" name="Titel 2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1688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7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24001" y="1620000"/>
            <a:ext cx="8424464" cy="1736992"/>
          </a:xfrm>
        </p:spPr>
        <p:txBody>
          <a:bodyPr lIns="0"/>
          <a:lstStyle>
            <a:lvl1pPr marL="0" indent="0"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82165E-35FA-E04D-B626-643983D7C08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4000" y="3500438"/>
            <a:ext cx="8421688" cy="2808882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0101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folie mit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6"/>
          <p:cNvSpPr>
            <a:spLocks noGrp="1"/>
          </p:cNvSpPr>
          <p:nvPr>
            <p:ph type="pic" sz="quarter" idx="17"/>
          </p:nvPr>
        </p:nvSpPr>
        <p:spPr>
          <a:xfrm>
            <a:off x="6094413" y="1700808"/>
            <a:ext cx="2644625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/>
          </p:nvPr>
        </p:nvSpPr>
        <p:spPr>
          <a:xfrm>
            <a:off x="324000" y="1700808"/>
            <a:ext cx="2644625" cy="453648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6"/>
          </p:nvPr>
        </p:nvSpPr>
        <p:spPr>
          <a:xfrm>
            <a:off x="3203848" y="1700213"/>
            <a:ext cx="2644625" cy="4537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93125" cy="576262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866142A-AFED-1443-8B06-6463BAB2C889}" type="slidenum">
              <a:rPr lang="de-DE" altLang="de-DE" smtClean="0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2"/>
          </p:nvPr>
        </p:nvSpPr>
        <p:spPr>
          <a:xfrm>
            <a:off x="570277" y="1883197"/>
            <a:ext cx="2322825" cy="62865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13"/>
          </p:nvPr>
        </p:nvSpPr>
        <p:spPr>
          <a:xfrm>
            <a:off x="3455207" y="1817219"/>
            <a:ext cx="2402667" cy="741362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endParaRPr lang="de-DE" dirty="0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4"/>
          </p:nvPr>
        </p:nvSpPr>
        <p:spPr>
          <a:xfrm>
            <a:off x="6348413" y="1817219"/>
            <a:ext cx="2390775" cy="809625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0272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  <p15:guide id="2" pos="2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/>
          <p:cNvSpPr/>
          <p:nvPr userDrawn="1"/>
        </p:nvSpPr>
        <p:spPr>
          <a:xfrm>
            <a:off x="1984375" y="2780928"/>
            <a:ext cx="6756400" cy="1440160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323850" y="1080000"/>
            <a:ext cx="8421688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23850" y="1620000"/>
            <a:ext cx="8505695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1984375" y="4437112"/>
            <a:ext cx="6756400" cy="1799655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2303463" y="2432051"/>
            <a:ext cx="7110412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288473" y="2980357"/>
            <a:ext cx="6437312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2295968" y="4653136"/>
            <a:ext cx="6437312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pic>
        <p:nvPicPr>
          <p:cNvPr id="14" name="Bild 13" descr="organisation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13" y="2924547"/>
            <a:ext cx="108585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Bild 1" descr="euro-schein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4959350"/>
            <a:ext cx="115252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/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feld+Aufzählung im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28DEF-7D63-224F-B0E5-713CE21DF6E5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7" name="Titel 2"/>
          <p:cNvSpPr>
            <a:spLocks noGrp="1"/>
          </p:cNvSpPr>
          <p:nvPr>
            <p:ph type="title"/>
          </p:nvPr>
        </p:nvSpPr>
        <p:spPr>
          <a:xfrm>
            <a:off x="323850" y="1080000"/>
            <a:ext cx="8421688" cy="574675"/>
          </a:xfrm>
        </p:spPr>
        <p:txBody>
          <a:bodyPr lIns="0"/>
          <a:lstStyle/>
          <a:p>
            <a:r>
              <a:rPr lang="de-DE" dirty="0"/>
              <a:t>Mastertitelformat bearbeiten</a:t>
            </a:r>
            <a:endParaRPr lang="de-DE" altLang="de-DE" sz="2200" dirty="0">
              <a:latin typeface="Arial" charset="0"/>
              <a:ea typeface="MS PGothic" charset="-128"/>
              <a:cs typeface="Arial" charset="0"/>
            </a:endParaRP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1"/>
          </p:nvPr>
        </p:nvSpPr>
        <p:spPr>
          <a:xfrm>
            <a:off x="323850" y="1620000"/>
            <a:ext cx="8505695" cy="1330351"/>
          </a:xfrm>
        </p:spPr>
        <p:txBody>
          <a:bodyPr lIns="0" rIns="90000"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" name="Rechteck 4"/>
          <p:cNvSpPr/>
          <p:nvPr userDrawn="1"/>
        </p:nvSpPr>
        <p:spPr>
          <a:xfrm>
            <a:off x="1984375" y="4509120"/>
            <a:ext cx="6756400" cy="1728192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hteck 5"/>
          <p:cNvSpPr/>
          <p:nvPr userDrawn="1"/>
        </p:nvSpPr>
        <p:spPr>
          <a:xfrm>
            <a:off x="1984375" y="2564904"/>
            <a:ext cx="6756400" cy="1728192"/>
          </a:xfrm>
          <a:prstGeom prst="rect">
            <a:avLst/>
          </a:prstGeom>
          <a:solidFill>
            <a:srgbClr val="DF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de-DE">
              <a:solidFill>
                <a:srgbClr val="FFFFFF"/>
              </a:solidFill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Rechteck 8"/>
          <p:cNvSpPr>
            <a:spLocks noChangeArrowheads="1"/>
          </p:cNvSpPr>
          <p:nvPr userDrawn="1"/>
        </p:nvSpPr>
        <p:spPr bwMode="auto">
          <a:xfrm>
            <a:off x="2303463" y="2432051"/>
            <a:ext cx="7110412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90000">
            <a:no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079500" indent="-358775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lvl="0" eaLnBrk="1" hangingPunct="1">
              <a:spcAft>
                <a:spcPts val="600"/>
              </a:spcAft>
              <a:buClr>
                <a:srgbClr val="80BA24"/>
              </a:buClr>
              <a:buFont typeface="Wingdings" charset="2"/>
              <a:buChar char="§"/>
            </a:pPr>
            <a:endParaRPr lang="de-DE" altLang="de-DE" sz="2000" dirty="0">
              <a:solidFill>
                <a:srgbClr val="4A5C66"/>
              </a:solidFill>
              <a:latin typeface="Arial" charset="0"/>
            </a:endParaRPr>
          </a:p>
        </p:txBody>
      </p:sp>
      <p:pic>
        <p:nvPicPr>
          <p:cNvPr id="11" name="Bild 10" descr="icon_people.t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781300"/>
            <a:ext cx="11604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Bild 11" descr="haus.ti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4837336"/>
            <a:ext cx="1122363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platzhalter 2"/>
          <p:cNvSpPr>
            <a:spLocks noGrp="1"/>
          </p:cNvSpPr>
          <p:nvPr>
            <p:ph type="body" sz="quarter" idx="12"/>
          </p:nvPr>
        </p:nvSpPr>
        <p:spPr>
          <a:xfrm>
            <a:off x="2288473" y="2836341"/>
            <a:ext cx="6437312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2289600" y="4780557"/>
            <a:ext cx="6437312" cy="1528763"/>
          </a:xfrm>
        </p:spPr>
        <p:txBody>
          <a:bodyPr lIns="0" rIns="90000"/>
          <a:lstStyle>
            <a:lvl1pPr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/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sfeld 1,5 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4000" y="1548016"/>
            <a:ext cx="8373616" cy="4617288"/>
          </a:xfrm>
        </p:spPr>
        <p:txBody>
          <a:bodyPr lIns="0"/>
          <a:lstStyle>
            <a:lvl1pPr>
              <a:lnSpc>
                <a:spcPts val="4100"/>
              </a:lnSpc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0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0"/>
            <a:endParaRPr lang="de-DE" dirty="0"/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04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961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7956550" y="6548438"/>
            <a:ext cx="576263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323850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2482850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4643438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6802438" y="2114574"/>
            <a:ext cx="196215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323850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2482850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4643438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6802438" y="4275162"/>
            <a:ext cx="196215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92555" cy="576000"/>
          </a:xfrm>
        </p:spPr>
        <p:txBody>
          <a:bodyPr l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620001"/>
            <a:ext cx="8493125" cy="49298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539750" y="227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2700000" y="227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4860000" y="227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540000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2700000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4860000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539751" y="2700000"/>
            <a:ext cx="151197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2700000" y="2700000"/>
            <a:ext cx="170982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860000" y="270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539750" y="4896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2700000" y="486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4860000" y="486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  <p:extLst>
      <p:ext uri="{BB962C8B-B14F-4D97-AF65-F5344CB8AC3E}">
        <p14:creationId xmlns:p14="http://schemas.microsoft.com/office/powerpoint/2010/main" val="1565943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7956550" y="6548438"/>
            <a:ext cx="576263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323850" y="2114574"/>
            <a:ext cx="196215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2482850" y="2114574"/>
            <a:ext cx="196215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4643438" y="2114574"/>
            <a:ext cx="196215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6802438" y="2114574"/>
            <a:ext cx="196215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323850" y="4275162"/>
            <a:ext cx="196215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2482850" y="4275162"/>
            <a:ext cx="196215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4643438" y="4275162"/>
            <a:ext cx="1962150" cy="1962150"/>
          </a:xfrm>
          <a:prstGeom prst="rect">
            <a:avLst/>
          </a:prstGeom>
          <a:noFill/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6802438" y="4275162"/>
            <a:ext cx="1962150" cy="1962150"/>
          </a:xfrm>
          <a:prstGeom prst="rect">
            <a:avLst/>
          </a:prstGeom>
          <a:solidFill>
            <a:srgbClr val="80BA24"/>
          </a:solidFill>
          <a:ln w="6350">
            <a:solidFill>
              <a:srgbClr val="80BA24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92555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B7358-837F-F449-96D9-6AA1275CBD5B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7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620001"/>
            <a:ext cx="8493125" cy="29683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539750" y="2275200"/>
            <a:ext cx="151197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2700000" y="2275200"/>
            <a:ext cx="151197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1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4860000" y="2275200"/>
            <a:ext cx="151197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540000" y="4435200"/>
            <a:ext cx="151197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3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2700000" y="4435200"/>
            <a:ext cx="151197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4880836" y="4435200"/>
            <a:ext cx="1511970" cy="1009784"/>
          </a:xfrm>
        </p:spPr>
        <p:txBody>
          <a:bodyPr/>
          <a:lstStyle>
            <a:lvl1pPr marL="0" indent="0">
              <a:buFontTx/>
              <a:buNone/>
              <a:defRPr sz="1600" b="1"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8562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Kap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5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kern="1200" dirty="0">
                <a:solidFill>
                  <a:schemeClr val="bg1"/>
                </a:solidFill>
                <a:latin typeface="Arial" charset="0"/>
                <a:ea typeface="MS PGothic" charset="-128"/>
                <a:cs typeface="Arial" charset="0"/>
              </a:rPr>
              <a:t>Sergej Zuyev</a:t>
            </a:r>
          </a:p>
        </p:txBody>
      </p:sp>
      <p:sp>
        <p:nvSpPr>
          <p:cNvPr id="6" name="Textfeld 3"/>
          <p:cNvSpPr txBox="1">
            <a:spLocks noChangeArrowheads="1"/>
          </p:cNvSpPr>
          <p:nvPr userDrawn="1"/>
        </p:nvSpPr>
        <p:spPr bwMode="auto">
          <a:xfrm>
            <a:off x="7956550" y="6548438"/>
            <a:ext cx="576263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7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323850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9" name="Rectangle 10"/>
          <p:cNvSpPr>
            <a:spLocks noChangeArrowheads="1"/>
          </p:cNvSpPr>
          <p:nvPr userDrawn="1"/>
        </p:nvSpPr>
        <p:spPr bwMode="auto">
          <a:xfrm>
            <a:off x="2482850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>
            <a:off x="4643438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 userDrawn="1"/>
        </p:nvSpPr>
        <p:spPr bwMode="auto">
          <a:xfrm>
            <a:off x="6802438" y="2114574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 userDrawn="1"/>
        </p:nvSpPr>
        <p:spPr bwMode="auto">
          <a:xfrm>
            <a:off x="323850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2482850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4" name="Rectangle 15"/>
          <p:cNvSpPr>
            <a:spLocks noChangeArrowheads="1"/>
          </p:cNvSpPr>
          <p:nvPr userDrawn="1"/>
        </p:nvSpPr>
        <p:spPr bwMode="auto">
          <a:xfrm>
            <a:off x="4643438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15" name="Rectangle 16"/>
          <p:cNvSpPr>
            <a:spLocks noChangeArrowheads="1"/>
          </p:cNvSpPr>
          <p:nvPr userDrawn="1"/>
        </p:nvSpPr>
        <p:spPr bwMode="auto">
          <a:xfrm>
            <a:off x="6802438" y="4275162"/>
            <a:ext cx="1962150" cy="1962150"/>
          </a:xfrm>
          <a:prstGeom prst="rect">
            <a:avLst/>
          </a:prstGeom>
          <a:solidFill>
            <a:srgbClr val="4A5C66"/>
          </a:solidFill>
          <a:ln w="6350">
            <a:solidFill>
              <a:srgbClr val="4A5C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92555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7509-71AF-1442-AA36-4D80324E826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23850" y="1620000"/>
            <a:ext cx="8493125" cy="6810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altLang="de-DE" sz="1800" dirty="0">
                <a:latin typeface="Arial" charset="0"/>
                <a:ea typeface="MS PGothic" charset="-128"/>
                <a:cs typeface="Arial" charset="0"/>
              </a:rPr>
              <a:t>Textfeld</a:t>
            </a:r>
            <a:endParaRPr lang="de-DE" dirty="0"/>
          </a:p>
        </p:txBody>
      </p:sp>
      <p:sp>
        <p:nvSpPr>
          <p:cNvPr id="20" name="Textplatzhalter 18"/>
          <p:cNvSpPr>
            <a:spLocks noGrp="1"/>
          </p:cNvSpPr>
          <p:nvPr>
            <p:ph type="body" sz="quarter" idx="12"/>
          </p:nvPr>
        </p:nvSpPr>
        <p:spPr>
          <a:xfrm>
            <a:off x="539750" y="227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1" name="Textplatzhalter 24"/>
          <p:cNvSpPr>
            <a:spLocks noGrp="1"/>
          </p:cNvSpPr>
          <p:nvPr>
            <p:ph type="body" sz="quarter" idx="18" hasCustomPrompt="1"/>
          </p:nvPr>
        </p:nvSpPr>
        <p:spPr>
          <a:xfrm>
            <a:off x="539751" y="2700000"/>
            <a:ext cx="151197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2" name="Textplatzhalter 18"/>
          <p:cNvSpPr>
            <a:spLocks noGrp="1"/>
          </p:cNvSpPr>
          <p:nvPr>
            <p:ph type="body" sz="quarter" idx="13"/>
          </p:nvPr>
        </p:nvSpPr>
        <p:spPr>
          <a:xfrm>
            <a:off x="2700000" y="227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3" name="Textplatzhalter 24"/>
          <p:cNvSpPr>
            <a:spLocks noGrp="1"/>
          </p:cNvSpPr>
          <p:nvPr>
            <p:ph type="body" sz="quarter" idx="19" hasCustomPrompt="1"/>
          </p:nvPr>
        </p:nvSpPr>
        <p:spPr>
          <a:xfrm>
            <a:off x="2700000" y="2700000"/>
            <a:ext cx="1709820" cy="1161048"/>
          </a:xfrm>
        </p:spPr>
        <p:txBody>
          <a:bodyPr/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4" name="Textplatzhalter 18"/>
          <p:cNvSpPr>
            <a:spLocks noGrp="1"/>
          </p:cNvSpPr>
          <p:nvPr>
            <p:ph type="body" sz="quarter" idx="14"/>
          </p:nvPr>
        </p:nvSpPr>
        <p:spPr>
          <a:xfrm>
            <a:off x="4860000" y="227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860000" y="270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6" name="Textplatzhalter 18"/>
          <p:cNvSpPr>
            <a:spLocks noGrp="1"/>
          </p:cNvSpPr>
          <p:nvPr>
            <p:ph type="body" sz="quarter" idx="21"/>
          </p:nvPr>
        </p:nvSpPr>
        <p:spPr>
          <a:xfrm>
            <a:off x="7020843" y="2271781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7" name="Textplatzhalt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7020843" y="2696581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28" name="Textplatzhalter 18"/>
          <p:cNvSpPr>
            <a:spLocks noGrp="1"/>
          </p:cNvSpPr>
          <p:nvPr>
            <p:ph type="body" sz="quarter" idx="15"/>
          </p:nvPr>
        </p:nvSpPr>
        <p:spPr>
          <a:xfrm>
            <a:off x="540000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9" name="Textplatzhalter 24"/>
          <p:cNvSpPr>
            <a:spLocks noGrp="1"/>
          </p:cNvSpPr>
          <p:nvPr>
            <p:ph type="body" sz="quarter" idx="23" hasCustomPrompt="1"/>
          </p:nvPr>
        </p:nvSpPr>
        <p:spPr>
          <a:xfrm>
            <a:off x="539750" y="4896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0" name="Textplatzhalter 18"/>
          <p:cNvSpPr>
            <a:spLocks noGrp="1"/>
          </p:cNvSpPr>
          <p:nvPr>
            <p:ph type="body" sz="quarter" idx="16"/>
          </p:nvPr>
        </p:nvSpPr>
        <p:spPr>
          <a:xfrm>
            <a:off x="2700000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1" name="Textplatzhalter 24"/>
          <p:cNvSpPr>
            <a:spLocks noGrp="1"/>
          </p:cNvSpPr>
          <p:nvPr>
            <p:ph type="body" sz="quarter" idx="24" hasCustomPrompt="1"/>
          </p:nvPr>
        </p:nvSpPr>
        <p:spPr>
          <a:xfrm>
            <a:off x="2700000" y="486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2" name="Textplatzhalter 18"/>
          <p:cNvSpPr>
            <a:spLocks noGrp="1"/>
          </p:cNvSpPr>
          <p:nvPr>
            <p:ph type="body" sz="quarter" idx="17"/>
          </p:nvPr>
        </p:nvSpPr>
        <p:spPr>
          <a:xfrm>
            <a:off x="4860000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3" name="Textplatzhalter 24"/>
          <p:cNvSpPr>
            <a:spLocks noGrp="1"/>
          </p:cNvSpPr>
          <p:nvPr>
            <p:ph type="body" sz="quarter" idx="25" hasCustomPrompt="1"/>
          </p:nvPr>
        </p:nvSpPr>
        <p:spPr>
          <a:xfrm>
            <a:off x="4860000" y="486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  <p:sp>
        <p:nvSpPr>
          <p:cNvPr id="34" name="Textplatzhalter 18"/>
          <p:cNvSpPr>
            <a:spLocks noGrp="1"/>
          </p:cNvSpPr>
          <p:nvPr>
            <p:ph type="body" sz="quarter" idx="26"/>
          </p:nvPr>
        </p:nvSpPr>
        <p:spPr>
          <a:xfrm>
            <a:off x="7020843" y="4435200"/>
            <a:ext cx="1511970" cy="649744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de-DE" dirty="0"/>
          </a:p>
        </p:txBody>
      </p:sp>
      <p:sp>
        <p:nvSpPr>
          <p:cNvPr id="35" name="Textplatzhalter 24"/>
          <p:cNvSpPr>
            <a:spLocks noGrp="1"/>
          </p:cNvSpPr>
          <p:nvPr>
            <p:ph type="body" sz="quarter" idx="27" hasCustomPrompt="1"/>
          </p:nvPr>
        </p:nvSpPr>
        <p:spPr>
          <a:xfrm>
            <a:off x="7020843" y="4860000"/>
            <a:ext cx="1511970" cy="1161048"/>
          </a:xfrm>
        </p:spPr>
        <p:txBody>
          <a:bodyPr/>
          <a:lstStyle>
            <a:lvl1pPr marL="0" indent="0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pPr marL="266700" marR="0" lvl="0" indent="-2667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BA24"/>
              </a:buClr>
              <a:buSzPct val="106000"/>
              <a:buFont typeface="Wingdings" charset="2"/>
              <a:buNone/>
              <a:tabLst/>
              <a:defRPr/>
            </a:pPr>
            <a:r>
              <a:rPr lang="de-DE" dirty="0"/>
              <a:t>Text hinzufügen</a:t>
            </a:r>
          </a:p>
        </p:txBody>
      </p:sp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92555" cy="576000"/>
          </a:xfrm>
        </p:spPr>
        <p:txBody>
          <a:bodyPr lIns="0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24000" y="1620000"/>
            <a:ext cx="4083108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91921" y="1620000"/>
            <a:ext cx="4056543" cy="461728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15162-6469-F349-9026-AA5216DF4595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121988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099175" y="1620001"/>
            <a:ext cx="2644775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4000" y="1620000"/>
            <a:ext cx="5634590" cy="461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04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/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 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4000" y="1620000"/>
            <a:ext cx="5634590" cy="461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04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BF826A-902D-B74C-A571-DBD95C1462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1863" y="1619250"/>
            <a:ext cx="2732087" cy="46180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9397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eld+Aufzählungsfe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1"/>
          </p:nvPr>
        </p:nvSpPr>
        <p:spPr>
          <a:xfrm>
            <a:off x="6099175" y="1620001"/>
            <a:ext cx="2644775" cy="4617288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4000" y="3060000"/>
            <a:ext cx="5634590" cy="3177288"/>
          </a:xfrm>
        </p:spPr>
        <p:txBody>
          <a:bodyPr lIns="0"/>
          <a:lstStyle>
            <a:lvl1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2pPr>
            <a:lvl3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3pPr>
            <a:lvl4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4pPr>
            <a:lvl5pPr>
              <a:defRPr sz="1800">
                <a:solidFill>
                  <a:srgbClr val="4A5C66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324000" y="1080000"/>
            <a:ext cx="8420400" cy="576000"/>
          </a:xfrm>
        </p:spPr>
        <p:txBody>
          <a:bodyPr lIns="0"/>
          <a:lstStyle>
            <a:lvl1pPr>
              <a:defRPr sz="22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CBC89-780D-6F43-A4AF-E4A7285D6779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2"/>
          </p:nvPr>
        </p:nvSpPr>
        <p:spPr>
          <a:xfrm>
            <a:off x="323849" y="1620000"/>
            <a:ext cx="6264375" cy="1431925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elplatzhalter 1"/>
          <p:cNvSpPr>
            <a:spLocks noGrp="1"/>
          </p:cNvSpPr>
          <p:nvPr>
            <p:ph type="title"/>
          </p:nvPr>
        </p:nvSpPr>
        <p:spPr bwMode="auto">
          <a:xfrm>
            <a:off x="324000" y="1080000"/>
            <a:ext cx="849312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324000" y="1620000"/>
            <a:ext cx="849788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8" name="Rectangle 5"/>
          <p:cNvSpPr>
            <a:spLocks noChangeArrowheads="1"/>
          </p:cNvSpPr>
          <p:nvPr userDrawn="1"/>
        </p:nvSpPr>
        <p:spPr bwMode="auto">
          <a:xfrm>
            <a:off x="0" y="6497638"/>
            <a:ext cx="9140825" cy="360362"/>
          </a:xfrm>
          <a:prstGeom prst="rect">
            <a:avLst/>
          </a:prstGeom>
          <a:solidFill>
            <a:srgbClr val="4A5C66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>
              <a:cs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88350" y="6546850"/>
            <a:ext cx="477838" cy="266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2866142A-AFED-1443-8B06-6463BAB2C889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032" name="Textfeld 2"/>
          <p:cNvSpPr txBox="1">
            <a:spLocks noChangeArrowheads="1"/>
          </p:cNvSpPr>
          <p:nvPr userDrawn="1"/>
        </p:nvSpPr>
        <p:spPr bwMode="auto">
          <a:xfrm>
            <a:off x="5795963" y="6548438"/>
            <a:ext cx="2162175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chemeClr val="bg1"/>
                </a:solidFill>
                <a:latin typeface="Arial" charset="0"/>
                <a:ea typeface="+mn-ea"/>
              </a:rPr>
              <a:t>Sergej Zuyev</a:t>
            </a:r>
          </a:p>
        </p:txBody>
      </p:sp>
      <p:sp>
        <p:nvSpPr>
          <p:cNvPr id="1033" name="Textfeld 3"/>
          <p:cNvSpPr txBox="1">
            <a:spLocks noChangeArrowheads="1"/>
          </p:cNvSpPr>
          <p:nvPr userDrawn="1"/>
        </p:nvSpPr>
        <p:spPr bwMode="auto">
          <a:xfrm>
            <a:off x="7956550" y="6548438"/>
            <a:ext cx="576263" cy="2667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sz="1100">
                <a:solidFill>
                  <a:schemeClr val="bg1"/>
                </a:solidFill>
                <a:latin typeface="Arial" charset="0"/>
                <a:ea typeface="+mn-ea"/>
              </a:rPr>
              <a:t>Seite</a:t>
            </a:r>
          </a:p>
        </p:txBody>
      </p:sp>
      <p:pic>
        <p:nvPicPr>
          <p:cNvPr id="2" name="Grafik 2"/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6599238"/>
            <a:ext cx="1441450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4000" y="360363"/>
            <a:ext cx="4159250" cy="531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13" r:id="rId1"/>
    <p:sldLayoutId id="2147484414" r:id="rId2"/>
    <p:sldLayoutId id="2147484430" r:id="rId3"/>
    <p:sldLayoutId id="2147484412" r:id="rId4"/>
    <p:sldLayoutId id="2147484411" r:id="rId5"/>
    <p:sldLayoutId id="2147484427" r:id="rId6"/>
    <p:sldLayoutId id="2147484415" r:id="rId7"/>
    <p:sldLayoutId id="2147484429" r:id="rId8"/>
    <p:sldLayoutId id="2147484432" r:id="rId9"/>
    <p:sldLayoutId id="2147484433" r:id="rId10"/>
    <p:sldLayoutId id="2147484405" r:id="rId11"/>
    <p:sldLayoutId id="2147484426" r:id="rId12"/>
    <p:sldLayoutId id="2147484431" r:id="rId13"/>
    <p:sldLayoutId id="2147484423" r:id="rId14"/>
    <p:sldLayoutId id="2147484420" r:id="rId15"/>
    <p:sldLayoutId id="2147484421" r:id="rId16"/>
    <p:sldLayoutId id="2147484406" r:id="rId17"/>
    <p:sldLayoutId id="2147484416" r:id="rId18"/>
    <p:sldLayoutId id="2147484417" r:id="rId19"/>
    <p:sldLayoutId id="2147484424" r:id="rId20"/>
    <p:sldLayoutId id="2147484407" r:id="rId21"/>
    <p:sldLayoutId id="2147484425" r:id="rId22"/>
    <p:sldLayoutId id="2147484428" r:id="rId23"/>
    <p:sldLayoutId id="2147484422" r:id="rId2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b="1"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4A5C66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266700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106000"/>
        <a:buFont typeface="Wingdings" charset="2"/>
        <a:buChar char="§"/>
        <a:defRPr kern="1200">
          <a:solidFill>
            <a:srgbClr val="4A5C66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marL="542925" indent="-276225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90000"/>
        <a:buFont typeface="Wingdings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2pPr>
      <a:lvl3pPr marL="809625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3pPr>
      <a:lvl4pPr marL="1076325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4pPr>
      <a:lvl5pPr marL="1343025" indent="-266700" algn="l" rtl="0" eaLnBrk="1" fontAlgn="base" hangingPunct="1">
        <a:spcBef>
          <a:spcPct val="20000"/>
        </a:spcBef>
        <a:spcAft>
          <a:spcPct val="0"/>
        </a:spcAft>
        <a:buClr>
          <a:srgbClr val="80BA24"/>
        </a:buClr>
        <a:buSzPct val="80000"/>
        <a:buFont typeface="Wingdings" charset="2"/>
        <a:buChar char="§"/>
        <a:defRPr kern="1200">
          <a:solidFill>
            <a:srgbClr val="4A5C66"/>
          </a:solidFill>
          <a:latin typeface="Arial" pitchFamily="34" charset="0"/>
          <a:ea typeface="Arial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patternagents.com/news/2015/01/28/devicetree-overview.html" TargetMode="Externa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65241-AE61-8F48-96E8-B8BA3CED3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400" dirty="0"/>
              <a:t>Portierung und Erweiterung eines Plasma-Systems zur einfachen Nutzung weiterer Hardware-Komponenten</a:t>
            </a:r>
            <a:br>
              <a:rPr lang="de-DE" sz="2400" dirty="0"/>
            </a:br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A5A05-AF3E-D645-8C77-88888A8885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9207" y="3429000"/>
            <a:ext cx="3810745" cy="720080"/>
          </a:xfrm>
        </p:spPr>
        <p:txBody>
          <a:bodyPr/>
          <a:lstStyle/>
          <a:p>
            <a:r>
              <a:rPr lang="de-DE" b="0" dirty="0"/>
              <a:t>Präsentation</a:t>
            </a:r>
            <a:r>
              <a:rPr lang="de-DE" dirty="0"/>
              <a:t> </a:t>
            </a:r>
            <a:r>
              <a:rPr lang="de-DE" b="0" dirty="0"/>
              <a:t>Bachelorarbeit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96EBC-6BB5-8048-972F-D27E5694B7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9382" y="4005063"/>
            <a:ext cx="3882577" cy="18002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de-DE" dirty="0"/>
              <a:t>Sergej Zuyev</a:t>
            </a:r>
          </a:p>
          <a:p>
            <a:pPr>
              <a:lnSpc>
                <a:spcPct val="100000"/>
              </a:lnSpc>
            </a:pPr>
            <a:r>
              <a:rPr lang="de-DE" dirty="0"/>
              <a:t>Fachbereich IEM</a:t>
            </a:r>
          </a:p>
          <a:p>
            <a:pPr>
              <a:lnSpc>
                <a:spcPct val="100000"/>
              </a:lnSpc>
            </a:pPr>
            <a:r>
              <a:rPr lang="de-DE" dirty="0"/>
              <a:t>Technische Hochschule Mittelhessen</a:t>
            </a:r>
          </a:p>
          <a:p>
            <a:pPr>
              <a:lnSpc>
                <a:spcPct val="100000"/>
              </a:lnSpc>
            </a:pPr>
            <a:r>
              <a:rPr lang="de-DE" dirty="0"/>
              <a:t>30.10.2018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2424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70D6EC-6B52-1E47-A799-4798A04A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Motivation und Anforderungen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Umsetzung</a:t>
            </a:r>
          </a:p>
          <a:p>
            <a:pPr marL="733425" lvl="1" indent="-457200">
              <a:buFont typeface="+mj-lt"/>
              <a:buAutoNum type="arabicPeriod"/>
            </a:pPr>
            <a:r>
              <a:rPr lang="de-DE" dirty="0"/>
              <a:t>Hardware</a:t>
            </a:r>
          </a:p>
          <a:p>
            <a:pPr marL="733425" lvl="1" indent="-457200">
              <a:buFont typeface="+mj-lt"/>
              <a:buAutoNum type="arabicPeriod"/>
            </a:pPr>
            <a:r>
              <a:rPr lang="de-DE" dirty="0"/>
              <a:t>Software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Fazit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Demonstration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9862AD-137A-7542-BCCF-8C161FBF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052F8-3C47-D24F-AF48-3AB0EF4A5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8520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0A7AC7-FDE9-A742-AAD4-8C3E43424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3</a:t>
            </a:fld>
            <a:endParaRPr lang="de-DE" alt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9982872-09B7-6241-8413-EA8D3C0A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und Anforderungen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D239D-6B8C-7548-943E-3180C97C0A4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 Zukunft soll ein Beschleuniger zur Bildklassifizierung an das „Plasma“-System angebunden werden können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Der Beschleuniger ist nur auf </a:t>
            </a:r>
            <a:r>
              <a:rPr lang="de-DE" dirty="0" err="1"/>
              <a:t>Altera-OpenCL</a:t>
            </a:r>
            <a:r>
              <a:rPr lang="de-DE" dirty="0"/>
              <a:t> kompatiblen FPGAs lauffähig</a:t>
            </a:r>
          </a:p>
          <a:p>
            <a:pPr marL="828675" lvl="1" indent="-285750">
              <a:buFont typeface="Arial" panose="020B0604020202020204" pitchFamily="34" charset="0"/>
              <a:buChar char="•"/>
            </a:pPr>
            <a:r>
              <a:rPr lang="de-DE" dirty="0"/>
              <a:t>Portierung auf eine kompatible Hardware-Basis notwendig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Das Plasma-System ist nur bedingt erweiterbar</a:t>
            </a:r>
          </a:p>
          <a:p>
            <a:pPr marL="828675" lvl="1" indent="-285750">
              <a:buFont typeface="Arial" panose="020B0604020202020204" pitchFamily="34" charset="0"/>
              <a:buChar char="•"/>
            </a:pPr>
            <a:r>
              <a:rPr lang="de-DE" dirty="0"/>
              <a:t>Einführung standardisierter Schnittstellen und neuer Komponenten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A0227-B783-684F-B6A7-6782077ED7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5536" y="3715200"/>
            <a:ext cx="2448272" cy="2306088"/>
          </a:xfrm>
        </p:spPr>
        <p:txBody>
          <a:bodyPr/>
          <a:lstStyle/>
          <a:p>
            <a:r>
              <a:rPr lang="de-DE" dirty="0"/>
              <a:t>Plasma-System auf DE1-SoC lauffähig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EFD7EB-8832-A743-943D-E491A90C62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3715200"/>
            <a:ext cx="2448272" cy="2306088"/>
          </a:xfrm>
        </p:spPr>
        <p:txBody>
          <a:bodyPr/>
          <a:lstStyle/>
          <a:p>
            <a:r>
              <a:rPr lang="de-DE" dirty="0"/>
              <a:t>Plasma-System kommuniziert mit ARM-CPU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CFB776-1819-FA43-B313-FD6A0D696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6176" y="3716540"/>
            <a:ext cx="2448272" cy="2304748"/>
          </a:xfrm>
        </p:spPr>
        <p:txBody>
          <a:bodyPr/>
          <a:lstStyle/>
          <a:p>
            <a:r>
              <a:rPr lang="de-DE" dirty="0"/>
              <a:t>Plasma-System aus Linux heraus ansteuerbar</a:t>
            </a:r>
          </a:p>
        </p:txBody>
      </p:sp>
    </p:spTree>
    <p:extLst>
      <p:ext uri="{BB962C8B-B14F-4D97-AF65-F5344CB8AC3E}">
        <p14:creationId xmlns:p14="http://schemas.microsoft.com/office/powerpoint/2010/main" val="224821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E91DC1-CBA2-E046-B4D7-28DDDF8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Zielplattform: DE1-SoC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028D9-E0B6-7E4D-8A33-0F74E216B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4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A4F14-123E-3040-B7C2-8AE778DBC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1863" y="1619250"/>
            <a:ext cx="2732087" cy="4618038"/>
          </a:xfrm>
        </p:spPr>
        <p:txBody>
          <a:bodyPr/>
          <a:lstStyle/>
          <a:p>
            <a:r>
              <a:rPr lang="de-DE" dirty="0" err="1"/>
              <a:t>Altera</a:t>
            </a:r>
            <a:r>
              <a:rPr lang="de-DE" dirty="0"/>
              <a:t> </a:t>
            </a:r>
            <a:r>
              <a:rPr lang="de-DE" dirty="0" err="1"/>
              <a:t>Cyclone®V</a:t>
            </a:r>
            <a:r>
              <a:rPr lang="de-DE" dirty="0"/>
              <a:t> SE FPGA</a:t>
            </a:r>
          </a:p>
          <a:p>
            <a:r>
              <a:rPr lang="de-DE" dirty="0"/>
              <a:t>800 MHz Dual-core ARM Cortex-A9 </a:t>
            </a:r>
            <a:r>
              <a:rPr lang="de-DE" dirty="0" err="1"/>
              <a:t>MPCore</a:t>
            </a:r>
            <a:r>
              <a:rPr lang="de-DE" dirty="0"/>
              <a:t> Prozessor </a:t>
            </a:r>
          </a:p>
          <a:p>
            <a:r>
              <a:rPr lang="de-DE" dirty="0"/>
              <a:t>1 GB DDR3 SDRAM </a:t>
            </a:r>
          </a:p>
          <a:p>
            <a:r>
              <a:rPr lang="de-DE" dirty="0"/>
              <a:t>64 MB SDRAM</a:t>
            </a:r>
          </a:p>
          <a:p>
            <a:r>
              <a:rPr lang="de-DE" dirty="0"/>
              <a:t>Micro-SD Kartenschacht</a:t>
            </a:r>
          </a:p>
          <a:p>
            <a:r>
              <a:rPr lang="de-DE" dirty="0"/>
              <a:t>10 Schalter</a:t>
            </a:r>
          </a:p>
          <a:p>
            <a:r>
              <a:rPr lang="de-DE" dirty="0"/>
              <a:t>4 Taster</a:t>
            </a:r>
          </a:p>
          <a:p>
            <a:r>
              <a:rPr lang="de-DE" dirty="0"/>
              <a:t>6 7-Segment-Anzeigen</a:t>
            </a:r>
          </a:p>
          <a:p>
            <a:r>
              <a:rPr lang="de-DE" dirty="0"/>
              <a:t>10 LEDs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59AA87CA-9E22-544A-B49B-7F0F2558B5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000" y="1475727"/>
            <a:ext cx="4829819" cy="4205142"/>
          </a:xfrm>
          <a:prstGeom prst="rect">
            <a:avLst/>
          </a:prstGeom>
        </p:spPr>
      </p:pic>
      <p:sp>
        <p:nvSpPr>
          <p:cNvPr id="21" name="Left Arrow 20">
            <a:extLst>
              <a:ext uri="{FF2B5EF4-FFF2-40B4-BE49-F238E27FC236}">
                <a16:creationId xmlns:a16="http://schemas.microsoft.com/office/drawing/2014/main" id="{252418FF-1A2D-8447-9C09-6B416CEE2FC8}"/>
              </a:ext>
            </a:extLst>
          </p:cNvPr>
          <p:cNvSpPr/>
          <p:nvPr/>
        </p:nvSpPr>
        <p:spPr>
          <a:xfrm rot="13542978">
            <a:off x="547640" y="2229985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Left Arrow 21">
            <a:extLst>
              <a:ext uri="{FF2B5EF4-FFF2-40B4-BE49-F238E27FC236}">
                <a16:creationId xmlns:a16="http://schemas.microsoft.com/office/drawing/2014/main" id="{A30E923F-7FCE-D04F-B098-4B4C89F354EB}"/>
              </a:ext>
            </a:extLst>
          </p:cNvPr>
          <p:cNvSpPr/>
          <p:nvPr/>
        </p:nvSpPr>
        <p:spPr>
          <a:xfrm rot="18930234">
            <a:off x="4856608" y="3335030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Left Arrow 24">
            <a:extLst>
              <a:ext uri="{FF2B5EF4-FFF2-40B4-BE49-F238E27FC236}">
                <a16:creationId xmlns:a16="http://schemas.microsoft.com/office/drawing/2014/main" id="{867C1858-0F88-1844-B870-7DE0EAC3239E}"/>
              </a:ext>
            </a:extLst>
          </p:cNvPr>
          <p:cNvSpPr/>
          <p:nvPr/>
        </p:nvSpPr>
        <p:spPr>
          <a:xfrm rot="10800000">
            <a:off x="1115616" y="4797152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Left Arrow 25">
            <a:extLst>
              <a:ext uri="{FF2B5EF4-FFF2-40B4-BE49-F238E27FC236}">
                <a16:creationId xmlns:a16="http://schemas.microsoft.com/office/drawing/2014/main" id="{BDBC5591-1839-A34C-B551-F9DDCBC84BCD}"/>
              </a:ext>
            </a:extLst>
          </p:cNvPr>
          <p:cNvSpPr/>
          <p:nvPr/>
        </p:nvSpPr>
        <p:spPr>
          <a:xfrm rot="10800000">
            <a:off x="899592" y="5094994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Left Arrow 26">
            <a:extLst>
              <a:ext uri="{FF2B5EF4-FFF2-40B4-BE49-F238E27FC236}">
                <a16:creationId xmlns:a16="http://schemas.microsoft.com/office/drawing/2014/main" id="{8443AB6B-DD8C-794E-B957-424B9262B740}"/>
              </a:ext>
            </a:extLst>
          </p:cNvPr>
          <p:cNvSpPr/>
          <p:nvPr/>
        </p:nvSpPr>
        <p:spPr>
          <a:xfrm rot="10800000">
            <a:off x="1835696" y="5310265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Left Arrow 29">
            <a:extLst>
              <a:ext uri="{FF2B5EF4-FFF2-40B4-BE49-F238E27FC236}">
                <a16:creationId xmlns:a16="http://schemas.microsoft.com/office/drawing/2014/main" id="{F1660609-D6A7-D948-BE11-6738FC58196F}"/>
              </a:ext>
            </a:extLst>
          </p:cNvPr>
          <p:cNvSpPr/>
          <p:nvPr/>
        </p:nvSpPr>
        <p:spPr>
          <a:xfrm rot="2706564">
            <a:off x="3140478" y="5157416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Left Arrow 30">
            <a:extLst>
              <a:ext uri="{FF2B5EF4-FFF2-40B4-BE49-F238E27FC236}">
                <a16:creationId xmlns:a16="http://schemas.microsoft.com/office/drawing/2014/main" id="{E6392D95-A1A8-8E44-BF63-B54B628C2494}"/>
              </a:ext>
            </a:extLst>
          </p:cNvPr>
          <p:cNvSpPr/>
          <p:nvPr/>
        </p:nvSpPr>
        <p:spPr>
          <a:xfrm>
            <a:off x="4613869" y="2157977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6BA2D41-8421-2747-BC96-E754F2906688}"/>
              </a:ext>
            </a:extLst>
          </p:cNvPr>
          <p:cNvSpPr/>
          <p:nvPr/>
        </p:nvSpPr>
        <p:spPr>
          <a:xfrm>
            <a:off x="2874107" y="2116184"/>
            <a:ext cx="965602" cy="2464944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4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5" grpId="0" animBg="1"/>
      <p:bldP spid="26" grpId="0" animBg="1"/>
      <p:bldP spid="27" grpId="0" animBg="1"/>
      <p:bldP spid="30" grpId="0" animBg="1"/>
      <p:bldP spid="31" grpId="0" animBg="1"/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A34A0-B1DE-4749-A0A0-A46EDC972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RAM</a:t>
            </a:r>
          </a:p>
          <a:p>
            <a:pPr lvl="1"/>
            <a:r>
              <a:rPr lang="de-DE" dirty="0" err="1"/>
              <a:t>Inferring</a:t>
            </a:r>
            <a:r>
              <a:rPr lang="de-DE" dirty="0"/>
              <a:t> nicht möglich</a:t>
            </a:r>
          </a:p>
          <a:p>
            <a:pPr lvl="1"/>
            <a:r>
              <a:rPr lang="de-DE" dirty="0"/>
              <a:t>Geeigneten RAM-Baustein ermittelt</a:t>
            </a:r>
          </a:p>
          <a:p>
            <a:pPr lvl="1"/>
            <a:r>
              <a:rPr lang="de-DE" dirty="0"/>
              <a:t>Parameter für RAM-Bausteine ermittelt</a:t>
            </a:r>
          </a:p>
          <a:p>
            <a:r>
              <a:rPr lang="de-DE" dirty="0"/>
              <a:t>Register</a:t>
            </a:r>
          </a:p>
          <a:p>
            <a:pPr lvl="1"/>
            <a:r>
              <a:rPr lang="de-DE" dirty="0"/>
              <a:t>Register nicht synthetisiert</a:t>
            </a:r>
          </a:p>
          <a:p>
            <a:pPr lvl="1"/>
            <a:r>
              <a:rPr lang="de-DE" dirty="0"/>
              <a:t>Asynchroner Dual-Port RAM inkompatibel</a:t>
            </a:r>
          </a:p>
          <a:p>
            <a:pPr lvl="1"/>
            <a:r>
              <a:rPr lang="de-DE" dirty="0" err="1"/>
              <a:t>Inferierbaren</a:t>
            </a:r>
            <a:r>
              <a:rPr lang="de-DE" dirty="0"/>
              <a:t> </a:t>
            </a:r>
            <a:r>
              <a:rPr lang="de-DE" dirty="0" err="1"/>
              <a:t>Tri</a:t>
            </a:r>
            <a:r>
              <a:rPr lang="de-DE" dirty="0"/>
              <a:t>-Port RAM ermittelt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FF6C28-743A-B949-88D2-E524C91B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Portierung der Hardware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22738-1524-AC48-8ECE-C407D9EBC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5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13517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E56E-247F-8447-8F4F-84302AADE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Erweiterung der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8AFA4-06BC-764D-98B9-BD3A08C29A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Wishbone</a:t>
            </a:r>
            <a:r>
              <a:rPr lang="de-DE" dirty="0"/>
              <a:t> Interconnect</a:t>
            </a:r>
          </a:p>
          <a:p>
            <a:pPr lvl="1"/>
            <a:r>
              <a:rPr lang="de-DE" dirty="0"/>
              <a:t>Master (Plasma-CPU)</a:t>
            </a:r>
          </a:p>
          <a:p>
            <a:pPr lvl="1"/>
            <a:r>
              <a:rPr lang="de-DE" dirty="0" err="1"/>
              <a:t>Arbiter</a:t>
            </a:r>
            <a:endParaRPr lang="de-DE" dirty="0"/>
          </a:p>
          <a:p>
            <a:pPr lvl="1"/>
            <a:r>
              <a:rPr lang="de-DE" dirty="0" err="1"/>
              <a:t>Slaves</a:t>
            </a:r>
            <a:endParaRPr lang="de-DE" dirty="0"/>
          </a:p>
          <a:p>
            <a:pPr lvl="2"/>
            <a:r>
              <a:rPr lang="de-DE" dirty="0"/>
              <a:t>Interrupt Controller</a:t>
            </a:r>
          </a:p>
          <a:p>
            <a:pPr lvl="2"/>
            <a:r>
              <a:rPr lang="de-DE" dirty="0"/>
              <a:t>Zähler</a:t>
            </a:r>
          </a:p>
          <a:p>
            <a:pPr lvl="2"/>
            <a:r>
              <a:rPr lang="de-DE" dirty="0" err="1"/>
              <a:t>Timer</a:t>
            </a:r>
            <a:endParaRPr lang="de-DE" dirty="0"/>
          </a:p>
          <a:p>
            <a:pPr lvl="2"/>
            <a:r>
              <a:rPr lang="de-DE" dirty="0"/>
              <a:t>GPIO</a:t>
            </a:r>
          </a:p>
          <a:p>
            <a:pPr lvl="2"/>
            <a:r>
              <a:rPr lang="de-DE" dirty="0"/>
              <a:t>UART</a:t>
            </a:r>
          </a:p>
          <a:p>
            <a:pPr lvl="2"/>
            <a:r>
              <a:rPr lang="de-DE" dirty="0"/>
              <a:t>SPI</a:t>
            </a:r>
          </a:p>
          <a:p>
            <a:pPr lvl="2"/>
            <a:r>
              <a:rPr lang="de-DE" dirty="0"/>
              <a:t>RAM</a:t>
            </a:r>
          </a:p>
          <a:p>
            <a:pPr lvl="2"/>
            <a:endParaRPr lang="de-DE" dirty="0"/>
          </a:p>
          <a:p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B4628-DC80-054F-9229-08BCAF6F5A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Avalon</a:t>
            </a:r>
            <a:r>
              <a:rPr lang="de-DE" dirty="0"/>
              <a:t> Interconnect</a:t>
            </a:r>
          </a:p>
          <a:p>
            <a:pPr lvl="1"/>
            <a:r>
              <a:rPr lang="de-DE" dirty="0"/>
              <a:t>HPS</a:t>
            </a:r>
          </a:p>
          <a:p>
            <a:pPr lvl="1"/>
            <a:r>
              <a:rPr lang="de-DE" dirty="0"/>
              <a:t>Externer SDRAM</a:t>
            </a:r>
          </a:p>
          <a:p>
            <a:pPr lvl="1"/>
            <a:r>
              <a:rPr lang="de-DE" dirty="0"/>
              <a:t>Parallel I/O</a:t>
            </a:r>
          </a:p>
          <a:p>
            <a:pPr lvl="2"/>
            <a:r>
              <a:rPr lang="de-DE" dirty="0"/>
              <a:t>Schalter</a:t>
            </a:r>
          </a:p>
          <a:p>
            <a:pPr lvl="2"/>
            <a:r>
              <a:rPr lang="de-DE" dirty="0"/>
              <a:t>Taster</a:t>
            </a:r>
          </a:p>
          <a:p>
            <a:pPr lvl="2"/>
            <a:r>
              <a:rPr lang="de-DE" dirty="0"/>
              <a:t>LED-Leiste</a:t>
            </a:r>
          </a:p>
          <a:p>
            <a:pPr lvl="1"/>
            <a:r>
              <a:rPr lang="de-DE" dirty="0"/>
              <a:t>System-ID</a:t>
            </a:r>
          </a:p>
          <a:p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22532-7B37-9846-8663-3A3A82B9B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315162-6469-F349-9026-AA5216DF4595}" type="slidenum">
              <a:rPr lang="de-DE" altLang="de-DE" smtClean="0"/>
              <a:pPr>
                <a:defRPr/>
              </a:pPr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22592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A34A0-B1DE-4749-A0A0-A46EDC972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Plasma-CPU und sämtliche Komponenten an </a:t>
            </a:r>
            <a:r>
              <a:rPr lang="de-DE" dirty="0" err="1"/>
              <a:t>Wishbone</a:t>
            </a:r>
            <a:r>
              <a:rPr lang="de-DE" dirty="0"/>
              <a:t> angebunden</a:t>
            </a:r>
          </a:p>
          <a:p>
            <a:r>
              <a:rPr lang="de-DE" dirty="0"/>
              <a:t>ARM-CPU und DE1-SoC Peripherie sind über </a:t>
            </a:r>
            <a:r>
              <a:rPr lang="de-DE" dirty="0" err="1"/>
              <a:t>Avalon</a:t>
            </a:r>
            <a:r>
              <a:rPr lang="de-DE" dirty="0"/>
              <a:t> anzusteuern</a:t>
            </a:r>
          </a:p>
          <a:p>
            <a:r>
              <a:rPr lang="de-DE" dirty="0"/>
              <a:t>Wie können zwei verschiedene Bussysteme kommunizieren?</a:t>
            </a:r>
          </a:p>
          <a:p>
            <a:pPr lvl="1"/>
            <a:r>
              <a:rPr lang="de-DE" dirty="0"/>
              <a:t>Bridge!</a:t>
            </a:r>
          </a:p>
          <a:p>
            <a:pPr lvl="1"/>
            <a:r>
              <a:rPr lang="de-DE" dirty="0"/>
              <a:t>Konvertierung des </a:t>
            </a:r>
            <a:r>
              <a:rPr lang="de-DE" dirty="0" err="1"/>
              <a:t>Wishbone</a:t>
            </a:r>
            <a:r>
              <a:rPr lang="de-DE" dirty="0"/>
              <a:t> Protokolls in </a:t>
            </a:r>
            <a:r>
              <a:rPr lang="de-DE" dirty="0" err="1"/>
              <a:t>Avalon</a:t>
            </a:r>
            <a:r>
              <a:rPr lang="de-DE" dirty="0"/>
              <a:t>-MM</a:t>
            </a:r>
          </a:p>
          <a:p>
            <a:pPr lvl="1"/>
            <a:r>
              <a:rPr lang="de-DE" dirty="0"/>
              <a:t>Einige Signale sind 1:1 abbildbar</a:t>
            </a:r>
          </a:p>
          <a:p>
            <a:pPr lvl="1"/>
            <a:r>
              <a:rPr lang="de-DE" dirty="0"/>
              <a:t>Einige Signale sind mit kombinatorischer Logik abbildbar</a:t>
            </a:r>
          </a:p>
          <a:p>
            <a:pPr lvl="1"/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FF6C28-743A-B949-88D2-E524C91B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Avalon</a:t>
            </a:r>
            <a:r>
              <a:rPr lang="de-DE" dirty="0"/>
              <a:t> Bridge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22738-1524-AC48-8ECE-C407D9EBC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7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16346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E91DC1-CBA2-E046-B4D7-28DDDF8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028D9-E0B6-7E4D-8A33-0F74E216B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8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A4F14-123E-3040-B7C2-8AE778DBC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 err="1"/>
              <a:t>Wishbone</a:t>
            </a:r>
            <a:r>
              <a:rPr lang="de-DE" dirty="0"/>
              <a:t> </a:t>
            </a:r>
            <a:r>
              <a:rPr lang="de-DE" dirty="0" err="1"/>
              <a:t>Intercon</a:t>
            </a:r>
            <a:endParaRPr lang="de-DE" dirty="0"/>
          </a:p>
          <a:p>
            <a:r>
              <a:rPr lang="de-DE" dirty="0" err="1"/>
              <a:t>Arbiter</a:t>
            </a:r>
            <a:endParaRPr lang="de-DE" dirty="0"/>
          </a:p>
          <a:p>
            <a:r>
              <a:rPr lang="de-DE" dirty="0"/>
              <a:t>Plasma-CPU (</a:t>
            </a:r>
            <a:r>
              <a:rPr lang="de-DE" dirty="0" err="1"/>
              <a:t>Wishbone</a:t>
            </a:r>
            <a:r>
              <a:rPr lang="de-DE" dirty="0"/>
              <a:t> Master)</a:t>
            </a:r>
          </a:p>
          <a:p>
            <a:r>
              <a:rPr lang="de-DE" dirty="0"/>
              <a:t>Zusätzliche Komponenten (</a:t>
            </a:r>
            <a:r>
              <a:rPr lang="de-DE" dirty="0" err="1"/>
              <a:t>Wishbone</a:t>
            </a:r>
            <a:r>
              <a:rPr lang="de-DE" dirty="0"/>
              <a:t> </a:t>
            </a:r>
            <a:r>
              <a:rPr lang="de-DE" dirty="0" err="1"/>
              <a:t>Slaves</a:t>
            </a:r>
            <a:r>
              <a:rPr lang="de-DE" dirty="0"/>
              <a:t>)</a:t>
            </a:r>
          </a:p>
          <a:p>
            <a:r>
              <a:rPr lang="de-DE" dirty="0" err="1"/>
              <a:t>Avalon</a:t>
            </a:r>
            <a:r>
              <a:rPr lang="de-DE" dirty="0"/>
              <a:t> Bridge (Master)</a:t>
            </a:r>
          </a:p>
          <a:p>
            <a:r>
              <a:rPr lang="de-DE" dirty="0" err="1"/>
              <a:t>Avalon</a:t>
            </a:r>
            <a:r>
              <a:rPr lang="de-DE" dirty="0"/>
              <a:t> Bridge (Slave)</a:t>
            </a:r>
          </a:p>
          <a:p>
            <a:r>
              <a:rPr lang="de-DE" dirty="0"/>
              <a:t>HPS</a:t>
            </a:r>
          </a:p>
          <a:p>
            <a:r>
              <a:rPr lang="de-DE" dirty="0" err="1"/>
              <a:t>Altera</a:t>
            </a:r>
            <a:r>
              <a:rPr lang="de-DE" dirty="0"/>
              <a:t> IP-Cores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CA8A18-90CD-9749-A41D-EEF423B59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906" y="1619250"/>
            <a:ext cx="4201925" cy="46180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FA73E7-522A-D641-B3AD-7AA2A9B0EC15}"/>
              </a:ext>
            </a:extLst>
          </p:cNvPr>
          <p:cNvSpPr/>
          <p:nvPr/>
        </p:nvSpPr>
        <p:spPr>
          <a:xfrm>
            <a:off x="1274182" y="3297337"/>
            <a:ext cx="3754735" cy="275679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B6B680-671B-ED4A-A2DE-0CABE6E09CE0}"/>
              </a:ext>
            </a:extLst>
          </p:cNvPr>
          <p:cNvSpPr/>
          <p:nvPr/>
        </p:nvSpPr>
        <p:spPr>
          <a:xfrm>
            <a:off x="1274183" y="2803078"/>
            <a:ext cx="615130" cy="281053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0D4F08-4CCF-AE46-8985-C23BAB70F220}"/>
              </a:ext>
            </a:extLst>
          </p:cNvPr>
          <p:cNvSpPr/>
          <p:nvPr/>
        </p:nvSpPr>
        <p:spPr>
          <a:xfrm>
            <a:off x="1331640" y="5805265"/>
            <a:ext cx="3456384" cy="488950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E4D8DF-B255-6340-BB1E-9EEF12F0753E}"/>
              </a:ext>
            </a:extLst>
          </p:cNvPr>
          <p:cNvSpPr/>
          <p:nvPr/>
        </p:nvSpPr>
        <p:spPr>
          <a:xfrm>
            <a:off x="1331641" y="3701910"/>
            <a:ext cx="3096344" cy="1482336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A162AE-2FB7-CE4C-A3CC-5373CEB5F894}"/>
              </a:ext>
            </a:extLst>
          </p:cNvPr>
          <p:cNvSpPr/>
          <p:nvPr/>
        </p:nvSpPr>
        <p:spPr>
          <a:xfrm>
            <a:off x="1274182" y="2310106"/>
            <a:ext cx="3754735" cy="275679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F619252-314C-1D44-867B-633B11EED2C7}"/>
              </a:ext>
            </a:extLst>
          </p:cNvPr>
          <p:cNvSpPr/>
          <p:nvPr/>
        </p:nvSpPr>
        <p:spPr>
          <a:xfrm>
            <a:off x="1274181" y="5314162"/>
            <a:ext cx="3754735" cy="275679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B61609-7048-BB41-80A2-6E948A9A933E}"/>
              </a:ext>
            </a:extLst>
          </p:cNvPr>
          <p:cNvSpPr/>
          <p:nvPr/>
        </p:nvSpPr>
        <p:spPr>
          <a:xfrm>
            <a:off x="2096697" y="2810800"/>
            <a:ext cx="562648" cy="281053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AF96983-41DD-5043-AF1F-506137BA7CB7}"/>
              </a:ext>
            </a:extLst>
          </p:cNvPr>
          <p:cNvSpPr/>
          <p:nvPr/>
        </p:nvSpPr>
        <p:spPr>
          <a:xfrm>
            <a:off x="1274183" y="1693924"/>
            <a:ext cx="822514" cy="281053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3F2CCB-BC2B-ED42-AF84-B5288F272967}"/>
              </a:ext>
            </a:extLst>
          </p:cNvPr>
          <p:cNvSpPr/>
          <p:nvPr/>
        </p:nvSpPr>
        <p:spPr>
          <a:xfrm>
            <a:off x="2296686" y="1693923"/>
            <a:ext cx="562648" cy="281053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11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D127D-2E9A-8D44-8C99-927529BE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Plasma-Firmware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D4D5-9C0A-584E-836C-5D32D31FFF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Kernel</a:t>
            </a:r>
          </a:p>
          <a:p>
            <a:pPr lvl="1"/>
            <a:r>
              <a:rPr lang="de-DE" dirty="0" err="1"/>
              <a:t>Interruptvektor</a:t>
            </a:r>
            <a:endParaRPr lang="de-DE" dirty="0"/>
          </a:p>
          <a:p>
            <a:pPr lvl="1"/>
            <a:r>
              <a:rPr lang="de-DE" dirty="0"/>
              <a:t>Globaler </a:t>
            </a:r>
            <a:r>
              <a:rPr lang="de-DE" dirty="0" err="1"/>
              <a:t>Interrupthandler</a:t>
            </a:r>
            <a:endParaRPr lang="de-DE" dirty="0"/>
          </a:p>
          <a:p>
            <a:pPr lvl="1"/>
            <a:r>
              <a:rPr lang="de-DE" dirty="0"/>
              <a:t>Speicherinitialisierung</a:t>
            </a:r>
          </a:p>
          <a:p>
            <a:pPr lvl="1"/>
            <a:r>
              <a:rPr lang="de-DE" dirty="0"/>
              <a:t>Gerätemanagement</a:t>
            </a:r>
          </a:p>
          <a:p>
            <a:pPr lvl="1"/>
            <a:r>
              <a:rPr lang="de-DE" dirty="0"/>
              <a:t>Allgemeine Treiber</a:t>
            </a:r>
          </a:p>
          <a:p>
            <a:pPr lvl="1"/>
            <a:r>
              <a:rPr lang="de-DE" dirty="0"/>
              <a:t>Basis-I/O</a:t>
            </a:r>
          </a:p>
          <a:p>
            <a:r>
              <a:rPr lang="de-DE" dirty="0" err="1"/>
              <a:t>Subset</a:t>
            </a:r>
            <a:r>
              <a:rPr lang="de-DE" dirty="0"/>
              <a:t> der C-Standardbibliothek</a:t>
            </a:r>
          </a:p>
          <a:p>
            <a:pPr lvl="1"/>
            <a:r>
              <a:rPr lang="de-DE" dirty="0"/>
              <a:t>Dynamisches Speichermanagement </a:t>
            </a:r>
            <a:r>
              <a:rPr lang="de-DE" i="1" dirty="0"/>
              <a:t>(</a:t>
            </a:r>
            <a:r>
              <a:rPr lang="de-DE" i="1" dirty="0" err="1"/>
              <a:t>stdlib.h</a:t>
            </a:r>
            <a:r>
              <a:rPr lang="de-DE" i="1" dirty="0"/>
              <a:t>)</a:t>
            </a:r>
          </a:p>
          <a:p>
            <a:pPr lvl="1"/>
            <a:r>
              <a:rPr lang="de-DE" dirty="0"/>
              <a:t>FILE I/O </a:t>
            </a:r>
            <a:r>
              <a:rPr lang="de-DE" i="1" dirty="0"/>
              <a:t>(</a:t>
            </a:r>
            <a:r>
              <a:rPr lang="de-DE" i="1" dirty="0" err="1"/>
              <a:t>stdio.h</a:t>
            </a:r>
            <a:r>
              <a:rPr lang="de-DE" i="1" dirty="0"/>
              <a:t>)</a:t>
            </a:r>
            <a:endParaRPr lang="de-DE" dirty="0"/>
          </a:p>
          <a:p>
            <a:pPr lvl="1"/>
            <a:r>
              <a:rPr lang="de-DE" dirty="0"/>
              <a:t>String-Operationen </a:t>
            </a:r>
            <a:r>
              <a:rPr lang="de-DE" i="1" dirty="0"/>
              <a:t>(</a:t>
            </a:r>
            <a:r>
              <a:rPr lang="de-DE" i="1" dirty="0" err="1"/>
              <a:t>stdlib.h</a:t>
            </a:r>
            <a:r>
              <a:rPr lang="de-DE" i="1" dirty="0"/>
              <a:t>, </a:t>
            </a:r>
            <a:r>
              <a:rPr lang="de-DE" i="1" dirty="0" err="1"/>
              <a:t>string.h</a:t>
            </a:r>
            <a:r>
              <a:rPr lang="de-DE" i="1" dirty="0"/>
              <a:t>)</a:t>
            </a:r>
            <a:r>
              <a:rPr lang="de-DE" dirty="0"/>
              <a:t> </a:t>
            </a:r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5DC71-F662-1848-9E2E-FF62878B512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Treiber</a:t>
            </a:r>
          </a:p>
          <a:p>
            <a:pPr lvl="1"/>
            <a:r>
              <a:rPr lang="de-DE" dirty="0"/>
              <a:t>Interrupt Controller</a:t>
            </a:r>
          </a:p>
          <a:p>
            <a:pPr lvl="1"/>
            <a:r>
              <a:rPr lang="de-DE" dirty="0"/>
              <a:t>Zähler</a:t>
            </a:r>
          </a:p>
          <a:p>
            <a:pPr lvl="1"/>
            <a:r>
              <a:rPr lang="de-DE" dirty="0" err="1"/>
              <a:t>Timer</a:t>
            </a:r>
            <a:endParaRPr lang="de-DE" dirty="0"/>
          </a:p>
          <a:p>
            <a:pPr lvl="1"/>
            <a:r>
              <a:rPr lang="de-DE" dirty="0"/>
              <a:t>GPIO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F9610-3DB0-C247-A93F-83889985BC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315162-6469-F349-9026-AA5216DF4595}" type="slidenum">
              <a:rPr lang="de-DE" altLang="de-DE" smtClean="0"/>
              <a:pPr>
                <a:defRPr/>
              </a:pPr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2884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6B333-FF12-D343-83E2-7EFA0C13F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Interrupts</a:t>
            </a:r>
          </a:p>
          <a:p>
            <a:pPr lvl="1"/>
            <a:r>
              <a:rPr lang="de-DE" dirty="0"/>
              <a:t>Zähler</a:t>
            </a:r>
          </a:p>
          <a:p>
            <a:pPr lvl="1"/>
            <a:r>
              <a:rPr lang="de-DE" dirty="0" err="1"/>
              <a:t>Timer</a:t>
            </a:r>
            <a:endParaRPr lang="de-DE" dirty="0"/>
          </a:p>
          <a:p>
            <a:r>
              <a:rPr lang="de-DE" dirty="0"/>
              <a:t>LED-Leiste</a:t>
            </a:r>
          </a:p>
          <a:p>
            <a:pPr lvl="1"/>
            <a:r>
              <a:rPr lang="de-DE" dirty="0"/>
              <a:t>Lauflicht</a:t>
            </a:r>
          </a:p>
          <a:p>
            <a:pPr lvl="1"/>
            <a:r>
              <a:rPr lang="de-DE" dirty="0"/>
              <a:t>Muster &amp; Richtung zur Laufzeit einstellbar</a:t>
            </a:r>
          </a:p>
          <a:p>
            <a:r>
              <a:rPr lang="de-DE" dirty="0"/>
              <a:t>7-Segment-Anzeige</a:t>
            </a:r>
          </a:p>
          <a:p>
            <a:pPr lvl="1"/>
            <a:r>
              <a:rPr lang="de-DE" dirty="0"/>
              <a:t>Seit Systemstart vergangene Zeit (</a:t>
            </a:r>
            <a:r>
              <a:rPr lang="de-DE" dirty="0" err="1"/>
              <a:t>hh:mm:ss</a:t>
            </a:r>
            <a:r>
              <a:rPr lang="de-DE" dirty="0"/>
              <a:t>)</a:t>
            </a:r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29607F-4698-AD47-B467-31876DCA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Plasma-Anwendung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C4E327-E54D-2745-B813-E8805DEA6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10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27801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980166-E250-8C4C-AD37-593A4075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Linux-Systemabbild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9EE35-011B-6644-908E-31900DE98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11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D6A8C-D8B6-7C4D-ACA4-DCAB13450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Grundlage: </a:t>
            </a:r>
          </a:p>
          <a:p>
            <a:pPr lvl="1"/>
            <a:r>
              <a:rPr lang="de-DE" dirty="0"/>
              <a:t>Ubuntu 12.04</a:t>
            </a:r>
          </a:p>
          <a:p>
            <a:r>
              <a:rPr lang="de-DE" dirty="0"/>
              <a:t>Erweitert um:</a:t>
            </a:r>
          </a:p>
          <a:p>
            <a:pPr lvl="1"/>
            <a:r>
              <a:rPr lang="de-DE" dirty="0"/>
              <a:t>Angepasster </a:t>
            </a:r>
            <a:r>
              <a:rPr lang="de-DE" dirty="0" err="1"/>
              <a:t>Bootloader</a:t>
            </a:r>
            <a:endParaRPr lang="de-DE" dirty="0"/>
          </a:p>
          <a:p>
            <a:pPr lvl="1"/>
            <a:r>
              <a:rPr lang="de-DE" dirty="0"/>
              <a:t>Neuer Kernel (4.9.78-ltsi)</a:t>
            </a:r>
          </a:p>
          <a:p>
            <a:pPr lvl="1"/>
            <a:r>
              <a:rPr lang="de-DE" dirty="0"/>
              <a:t>Neuer Device </a:t>
            </a:r>
            <a:r>
              <a:rPr lang="de-DE" dirty="0" err="1"/>
              <a:t>Tree</a:t>
            </a:r>
            <a:endParaRPr lang="de-DE" dirty="0"/>
          </a:p>
          <a:p>
            <a:pPr lvl="1"/>
            <a:r>
              <a:rPr lang="de-DE" dirty="0"/>
              <a:t>Entwickelter Treiber</a:t>
            </a:r>
          </a:p>
          <a:p>
            <a:pPr lvl="1"/>
            <a:r>
              <a:rPr lang="de-DE" dirty="0"/>
              <a:t>Entwickelte Beispielanwendungen</a:t>
            </a:r>
          </a:p>
          <a:p>
            <a:endParaRPr lang="de-DE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74E1833-1117-C14D-A435-0CF71D9DA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809000"/>
            <a:ext cx="525960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4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474877-21D8-5F45-B10B-3BB9B31AD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00" y="1620000"/>
            <a:ext cx="5472136" cy="4617288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de-DE" dirty="0"/>
              <a:t>Baumartige Datenstruktur</a:t>
            </a:r>
          </a:p>
          <a:p>
            <a:pPr>
              <a:buFont typeface="Wingdings" pitchFamily="2" charset="2"/>
              <a:buChar char="§"/>
            </a:pPr>
            <a:r>
              <a:rPr lang="de-DE" dirty="0"/>
              <a:t>Beschreibt verfügbare Hardware</a:t>
            </a:r>
          </a:p>
          <a:p>
            <a:pPr lvl="1"/>
            <a:r>
              <a:rPr lang="de-DE" dirty="0"/>
              <a:t>Adressen</a:t>
            </a:r>
          </a:p>
          <a:p>
            <a:pPr lvl="1"/>
            <a:r>
              <a:rPr lang="de-DE" dirty="0"/>
              <a:t>Interrupts</a:t>
            </a:r>
          </a:p>
          <a:p>
            <a:pPr lvl="1"/>
            <a:r>
              <a:rPr lang="de-DE" dirty="0" err="1"/>
              <a:t>Clocks</a:t>
            </a:r>
            <a:endParaRPr lang="de-DE" dirty="0"/>
          </a:p>
          <a:p>
            <a:pPr lvl="1"/>
            <a:r>
              <a:rPr lang="de-DE" dirty="0" err="1"/>
              <a:t>U.v.m</a:t>
            </a:r>
            <a:endParaRPr lang="de-DE" dirty="0"/>
          </a:p>
          <a:p>
            <a:pPr>
              <a:buFont typeface="Wingdings" pitchFamily="2" charset="2"/>
              <a:buChar char="§"/>
            </a:pPr>
            <a:r>
              <a:rPr lang="de-DE" dirty="0"/>
              <a:t>Warum Device </a:t>
            </a:r>
            <a:r>
              <a:rPr lang="de-DE" dirty="0" err="1"/>
              <a:t>Tree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Einschränkungen eingebetteter Systeme</a:t>
            </a:r>
          </a:p>
          <a:p>
            <a:pPr lvl="1"/>
            <a:r>
              <a:rPr lang="de-DE" dirty="0"/>
              <a:t>Auto-Discovery auf Hardwareebene ist komplex</a:t>
            </a:r>
          </a:p>
          <a:p>
            <a:pPr lvl="1"/>
            <a:r>
              <a:rPr lang="de-DE" dirty="0"/>
              <a:t>Komponenten müssen im Voraus bekannt sein</a:t>
            </a:r>
          </a:p>
          <a:p>
            <a:pPr>
              <a:buFont typeface="Wingdings" pitchFamily="2" charset="2"/>
              <a:buChar char="§"/>
            </a:pPr>
            <a:r>
              <a:rPr lang="de-DE" dirty="0"/>
              <a:t>Vor Einführung des Device </a:t>
            </a:r>
            <a:r>
              <a:rPr lang="de-DE" dirty="0" err="1"/>
              <a:t>Tree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Im Kernel-Code festgelegt</a:t>
            </a:r>
          </a:p>
          <a:p>
            <a:pPr lvl="1"/>
            <a:r>
              <a:rPr lang="de-DE" dirty="0"/>
              <a:t>Immenser Wartungsaufwand</a:t>
            </a:r>
          </a:p>
          <a:p>
            <a:r>
              <a:rPr lang="de-DE" dirty="0"/>
              <a:t>Vergleichbar mit ACPI Tabellen / DSDT</a:t>
            </a:r>
          </a:p>
          <a:p>
            <a:pPr lvl="1"/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BF91D8-4096-7A4D-89AE-68F5B50E0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Device </a:t>
            </a:r>
            <a:r>
              <a:rPr lang="de-DE" dirty="0" err="1"/>
              <a:t>Tree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CB466-8086-B14D-BF98-623E7444B0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12</a:t>
            </a:fld>
            <a:endParaRPr lang="de-DE" altLang="de-DE"/>
          </a:p>
        </p:txBody>
      </p:sp>
      <p:pic>
        <p:nvPicPr>
          <p:cNvPr id="1032" name="Picture 8" descr="Картинки по запросу device tree">
            <a:extLst>
              <a:ext uri="{FF2B5EF4-FFF2-40B4-BE49-F238E27FC236}">
                <a16:creationId xmlns:a16="http://schemas.microsoft.com/office/drawing/2014/main" id="{C2A0ED70-A331-5E46-82DC-31B9C8A1F62D}"/>
              </a:ext>
            </a:extLst>
          </p:cNvPr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0760" y="1656000"/>
            <a:ext cx="3599017" cy="4063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13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6B333-FF12-D343-83E2-7EFA0C13F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SysID</a:t>
            </a:r>
            <a:endParaRPr lang="de-DE" dirty="0"/>
          </a:p>
          <a:p>
            <a:pPr lvl="1"/>
            <a:r>
              <a:rPr lang="de-DE" dirty="0"/>
              <a:t>Liest die System-ID aus (0xDEADBEEF)</a:t>
            </a:r>
          </a:p>
          <a:p>
            <a:r>
              <a:rPr lang="de-DE" dirty="0"/>
              <a:t>LED-Pattern Manager</a:t>
            </a:r>
          </a:p>
          <a:p>
            <a:pPr lvl="1"/>
            <a:r>
              <a:rPr lang="de-DE" dirty="0"/>
              <a:t>Taster- und Schalter-</a:t>
            </a:r>
            <a:r>
              <a:rPr lang="de-DE" dirty="0" err="1"/>
              <a:t>Polling</a:t>
            </a:r>
            <a:r>
              <a:rPr lang="de-DE" dirty="0"/>
              <a:t> (2Hz)</a:t>
            </a:r>
          </a:p>
          <a:p>
            <a:pPr lvl="1"/>
            <a:r>
              <a:rPr lang="de-DE" dirty="0"/>
              <a:t>LED-Lauflicht wird beeinflusst:</a:t>
            </a:r>
          </a:p>
          <a:p>
            <a:pPr lvl="2"/>
            <a:r>
              <a:rPr lang="de-DE" dirty="0"/>
              <a:t>Schalterkonfiguration -&gt; Muster</a:t>
            </a:r>
          </a:p>
          <a:p>
            <a:pPr lvl="2"/>
            <a:r>
              <a:rPr lang="de-DE" dirty="0"/>
              <a:t>Taster -&gt; Geschwindigkeit und Richtung</a:t>
            </a:r>
          </a:p>
          <a:p>
            <a:r>
              <a:rPr lang="de-DE" dirty="0"/>
              <a:t>Zugriff auf FPGA-Adressen mit </a:t>
            </a:r>
            <a:r>
              <a:rPr lang="de-DE" dirty="0" err="1"/>
              <a:t>mmap</a:t>
            </a:r>
            <a:r>
              <a:rPr lang="de-DE" dirty="0"/>
              <a:t>()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29607F-4698-AD47-B467-31876DCA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Linux-Anwendungen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C4E327-E54D-2745-B813-E8805DEA6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13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67425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A9E668-B133-0D4F-872C-87FB21B7A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809749"/>
            <a:ext cx="5260235" cy="3240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8980166-E250-8C4C-AD37-593A4075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Linux-Treiber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9EE35-011B-6644-908E-31900DE98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14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D6A8C-D8B6-7C4D-ACA4-DCAB13450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Zugriff auf über </a:t>
            </a:r>
            <a:r>
              <a:rPr lang="de-DE" dirty="0" err="1"/>
              <a:t>Wishbone</a:t>
            </a:r>
            <a:r>
              <a:rPr lang="de-DE" dirty="0"/>
              <a:t> angebundene Zähler</a:t>
            </a:r>
          </a:p>
          <a:p>
            <a:r>
              <a:rPr lang="de-DE" dirty="0"/>
              <a:t>Zugriff auf das </a:t>
            </a:r>
            <a:r>
              <a:rPr lang="de-DE" dirty="0" err="1"/>
              <a:t>Reload</a:t>
            </a:r>
            <a:r>
              <a:rPr lang="de-DE" dirty="0"/>
              <a:t>-Register über </a:t>
            </a:r>
            <a:r>
              <a:rPr lang="de-DE" dirty="0" err="1"/>
              <a:t>sysfs</a:t>
            </a:r>
            <a:endParaRPr lang="de-DE" dirty="0"/>
          </a:p>
          <a:p>
            <a:r>
              <a:rPr lang="de-DE" dirty="0"/>
              <a:t>Ermöglicht „legale“ Änderung des </a:t>
            </a:r>
            <a:r>
              <a:rPr lang="de-DE" dirty="0" err="1"/>
              <a:t>Timer</a:t>
            </a:r>
            <a:r>
              <a:rPr lang="de-DE" dirty="0"/>
              <a:t>-Intervalls aus Linux heraus</a:t>
            </a:r>
          </a:p>
          <a:p>
            <a:r>
              <a:rPr lang="de-DE" dirty="0"/>
              <a:t>„Illegale“ Variante:</a:t>
            </a:r>
          </a:p>
          <a:p>
            <a:pPr lvl="1"/>
            <a:r>
              <a:rPr lang="de-DE" dirty="0" err="1"/>
              <a:t>devmem</a:t>
            </a:r>
            <a:r>
              <a:rPr lang="de-DE" dirty="0"/>
              <a:t> Tool</a:t>
            </a:r>
          </a:p>
          <a:p>
            <a:pPr lvl="1"/>
            <a:r>
              <a:rPr lang="de-DE" dirty="0" err="1"/>
              <a:t>mmap</a:t>
            </a:r>
            <a:endParaRPr lang="de-DE" dirty="0"/>
          </a:p>
          <a:p>
            <a:pPr lvl="1"/>
            <a:r>
              <a:rPr lang="de-DE" dirty="0"/>
              <a:t>Zugriff nicht garantiert</a:t>
            </a:r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944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16B333-FF12-D343-83E2-7EFA0C13F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ELF – Converter</a:t>
            </a:r>
          </a:p>
          <a:p>
            <a:pPr lvl="1"/>
            <a:r>
              <a:rPr lang="de-DE" dirty="0"/>
              <a:t>Erstellt Speicherinitialisierungsdateien (HW-Synthese)</a:t>
            </a:r>
          </a:p>
          <a:p>
            <a:r>
              <a:rPr lang="de-DE" dirty="0" err="1"/>
              <a:t>Make</a:t>
            </a:r>
            <a:r>
              <a:rPr lang="de-DE" dirty="0"/>
              <a:t>-, </a:t>
            </a:r>
            <a:r>
              <a:rPr lang="de-DE" dirty="0" err="1"/>
              <a:t>Cmake</a:t>
            </a:r>
            <a:r>
              <a:rPr lang="de-DE" dirty="0"/>
              <a:t> und Shell Skripte</a:t>
            </a:r>
          </a:p>
          <a:p>
            <a:pPr lvl="1"/>
            <a:r>
              <a:rPr lang="de-DE" dirty="0"/>
              <a:t>SW-</a:t>
            </a:r>
            <a:r>
              <a:rPr lang="de-DE" dirty="0" err="1"/>
              <a:t>Buildautomatisierung</a:t>
            </a:r>
            <a:endParaRPr lang="de-DE" dirty="0"/>
          </a:p>
          <a:p>
            <a:pPr lvl="1"/>
            <a:r>
              <a:rPr lang="de-DE" dirty="0"/>
              <a:t>Patchen des Systemabbilds</a:t>
            </a:r>
          </a:p>
          <a:p>
            <a:pPr lvl="1"/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29607F-4698-AD47-B467-31876DCA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C4E327-E54D-2745-B813-E8805DEA6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15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1181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DB9E61-992F-164C-9853-C10CA562E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Hardware</a:t>
            </a:r>
          </a:p>
          <a:p>
            <a:pPr lvl="1"/>
            <a:r>
              <a:rPr lang="de-DE" dirty="0"/>
              <a:t>Wiederverwendbarer IP-Core</a:t>
            </a:r>
          </a:p>
          <a:p>
            <a:pPr lvl="1"/>
            <a:r>
              <a:rPr lang="de-DE" dirty="0"/>
              <a:t>Schnittstellen Plasma-CPU – Peripherie und ARM-CPU</a:t>
            </a:r>
          </a:p>
          <a:p>
            <a:pPr lvl="1"/>
            <a:r>
              <a:rPr lang="de-DE" dirty="0"/>
              <a:t>Verfügbaren RAM um 64MB erweitert</a:t>
            </a:r>
          </a:p>
          <a:p>
            <a:pPr lvl="1"/>
            <a:r>
              <a:rPr lang="de-DE" dirty="0"/>
              <a:t>Bus-</a:t>
            </a:r>
            <a:r>
              <a:rPr lang="de-DE" dirty="0" err="1"/>
              <a:t>Arbitrierung</a:t>
            </a:r>
            <a:endParaRPr lang="de-DE" dirty="0"/>
          </a:p>
          <a:p>
            <a:r>
              <a:rPr lang="de-DE" dirty="0"/>
              <a:t>Software</a:t>
            </a:r>
          </a:p>
          <a:p>
            <a:pPr lvl="1"/>
            <a:r>
              <a:rPr lang="de-DE" dirty="0" err="1"/>
              <a:t>Toolchain</a:t>
            </a:r>
            <a:endParaRPr lang="de-DE" dirty="0"/>
          </a:p>
          <a:p>
            <a:pPr lvl="1"/>
            <a:r>
              <a:rPr lang="de-DE" dirty="0"/>
              <a:t>Firmware für Plasma-CPU</a:t>
            </a:r>
          </a:p>
          <a:p>
            <a:pPr lvl="1"/>
            <a:r>
              <a:rPr lang="de-DE" dirty="0"/>
              <a:t>Beispielanwendung für Plasma-CPU</a:t>
            </a:r>
          </a:p>
          <a:p>
            <a:pPr lvl="1"/>
            <a:r>
              <a:rPr lang="de-DE" dirty="0"/>
              <a:t>Treiber für Linux</a:t>
            </a:r>
          </a:p>
          <a:p>
            <a:pPr lvl="1"/>
            <a:r>
              <a:rPr lang="de-DE" dirty="0"/>
              <a:t>Beispielanwendungen für Linux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38D8A9-E566-664E-9F4C-8BE463D4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681DF-7743-7942-8C8B-62A866EB4D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62138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9A4F5F-5CA1-D848-9FFD-92B65E707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Erweiterung des </a:t>
            </a:r>
            <a:r>
              <a:rPr lang="de-DE" dirty="0" err="1"/>
              <a:t>Wishbone</a:t>
            </a:r>
            <a:r>
              <a:rPr lang="de-DE" dirty="0"/>
              <a:t>-Bus</a:t>
            </a:r>
          </a:p>
          <a:p>
            <a:pPr lvl="1"/>
            <a:r>
              <a:rPr lang="de-DE" dirty="0" err="1"/>
              <a:t>Pipelining</a:t>
            </a:r>
            <a:endParaRPr lang="de-DE" dirty="0"/>
          </a:p>
          <a:p>
            <a:pPr lvl="1"/>
            <a:r>
              <a:rPr lang="de-DE" dirty="0"/>
              <a:t>Bursttransfers</a:t>
            </a:r>
          </a:p>
          <a:p>
            <a:pPr lvl="1"/>
            <a:r>
              <a:rPr lang="de-DE" dirty="0"/>
              <a:t>Atomare RMW Zyklen</a:t>
            </a:r>
          </a:p>
          <a:p>
            <a:pPr lvl="1"/>
            <a:r>
              <a:rPr lang="de-DE" dirty="0"/>
              <a:t>Split </a:t>
            </a:r>
            <a:r>
              <a:rPr lang="de-DE" dirty="0" err="1"/>
              <a:t>transactions</a:t>
            </a:r>
            <a:endParaRPr lang="de-DE" dirty="0"/>
          </a:p>
          <a:p>
            <a:r>
              <a:rPr lang="de-DE" dirty="0"/>
              <a:t>Plasma-CPU CSR</a:t>
            </a:r>
          </a:p>
          <a:p>
            <a:pPr lvl="1"/>
            <a:r>
              <a:rPr lang="de-DE" dirty="0"/>
              <a:t>Steuerung der </a:t>
            </a:r>
            <a:r>
              <a:rPr lang="de-DE"/>
              <a:t>Plasma CPU</a:t>
            </a:r>
            <a:endParaRPr lang="de-DE" dirty="0"/>
          </a:p>
          <a:p>
            <a:r>
              <a:rPr lang="de-DE" dirty="0"/>
              <a:t>Weitere Linux-Treiber</a:t>
            </a:r>
          </a:p>
          <a:p>
            <a:r>
              <a:rPr lang="de-DE" dirty="0"/>
              <a:t>ELF-</a:t>
            </a:r>
            <a:r>
              <a:rPr lang="de-DE" dirty="0" err="1"/>
              <a:t>Loader</a:t>
            </a:r>
            <a:endParaRPr lang="de-DE" dirty="0"/>
          </a:p>
          <a:p>
            <a:r>
              <a:rPr lang="de-DE" dirty="0"/>
              <a:t>Portierung eines RTOS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D0D573-B224-554E-8ECE-67BA6D960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 – weiterführende Entwicklung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9E8C7-D5AB-9B4C-9A02-219D59BB7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33182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1A370B16-4C1A-544B-8811-03A703226CB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1" b="891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D60D8-5758-424B-A29B-55B6AF227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Fehler im Ausgangsprojekt</a:t>
            </a:r>
          </a:p>
          <a:p>
            <a:r>
              <a:rPr lang="de-DE" dirty="0"/>
              <a:t>Portierung des RAM &amp; Register-File</a:t>
            </a:r>
          </a:p>
          <a:p>
            <a:r>
              <a:rPr lang="de-DE" dirty="0"/>
              <a:t>„Hochzeit“ Plasma-System + DE1-SoC</a:t>
            </a:r>
          </a:p>
          <a:p>
            <a:r>
              <a:rPr lang="de-DE" dirty="0" err="1"/>
              <a:t>Timingprobleme</a:t>
            </a:r>
            <a:endParaRPr lang="de-DE" dirty="0"/>
          </a:p>
          <a:p>
            <a:r>
              <a:rPr lang="de-DE" dirty="0"/>
              <a:t>Fehlersuche in Plasma-HW und SW</a:t>
            </a:r>
          </a:p>
          <a:p>
            <a:r>
              <a:rPr lang="de-DE" dirty="0"/>
              <a:t>Nur Teilsysteme simulierbar</a:t>
            </a:r>
          </a:p>
          <a:p>
            <a:r>
              <a:rPr lang="de-DE" dirty="0"/>
              <a:t>Synthesezeiten bis zu 1h</a:t>
            </a:r>
          </a:p>
          <a:p>
            <a:r>
              <a:rPr lang="de-DE" dirty="0" err="1"/>
              <a:t>Toolchains</a:t>
            </a:r>
            <a:r>
              <a:rPr lang="de-DE" dirty="0"/>
              <a:t> und Entwicklungsumgebungen</a:t>
            </a:r>
          </a:p>
          <a:p>
            <a:r>
              <a:rPr lang="de-DE" dirty="0"/>
              <a:t>Linker-Skript</a:t>
            </a:r>
          </a:p>
          <a:p>
            <a:r>
              <a:rPr lang="de-DE" dirty="0"/>
              <a:t>Device-</a:t>
            </a:r>
            <a:r>
              <a:rPr lang="de-DE" dirty="0" err="1"/>
              <a:t>Tree</a:t>
            </a:r>
            <a:endParaRPr lang="de-DE" dirty="0"/>
          </a:p>
          <a:p>
            <a:r>
              <a:rPr lang="de-DE" dirty="0"/>
              <a:t>Zusammenspiel aller HW + SW Komponenten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A1AE9F-A28B-094A-8E8D-D33114F8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Herausforderungen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A2355-67B5-3A4C-B2BB-5EDDA615C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1542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E2C4A6-8B33-A54E-AD59-5E1F7FE84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214604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764B85-A8F8-8747-A57A-0A6D406E4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DE1-SoC Board: DE1-SoC_User_manual_ref.pdf</a:t>
            </a:r>
          </a:p>
          <a:p>
            <a:r>
              <a:rPr lang="de-DE" dirty="0"/>
              <a:t>Device </a:t>
            </a:r>
            <a:r>
              <a:rPr lang="de-DE" dirty="0" err="1"/>
              <a:t>Tree</a:t>
            </a:r>
            <a:r>
              <a:rPr lang="de-DE" dirty="0"/>
              <a:t>: </a:t>
            </a:r>
            <a:r>
              <a:rPr lang="de-DE" dirty="0">
                <a:hlinkClick r:id="rId2"/>
              </a:rPr>
              <a:t>http://patternagents.com/news/2015/01/28/devicetree-overview.html</a:t>
            </a:r>
            <a:endParaRPr lang="de-DE" dirty="0"/>
          </a:p>
          <a:p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35CB8C-CCF2-3B49-B082-45BB4C8C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Bildquellen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439DF-C197-2646-93A6-C64536BC1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009278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447305-6D1F-FC4A-AFFC-524A63247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/>
              <a:t>Bachelorarbeit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B4037-0347-854B-8C7C-D030ABC5E4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15816" y="3212976"/>
            <a:ext cx="2880319" cy="2880320"/>
          </a:xfrm>
        </p:spPr>
        <p:txBody>
          <a:bodyPr anchor="t"/>
          <a:lstStyle/>
          <a:p>
            <a:r>
              <a:rPr lang="de-DE" sz="2000" dirty="0"/>
              <a:t>Portierung und Erweiterung eines Plasma-Systems zur einfachen Nutzung weiterer Hardware-Komponenten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CAAD3B-9126-9941-A0A4-A159E6AECD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12160" y="3861048"/>
            <a:ext cx="2664296" cy="2088232"/>
          </a:xfrm>
        </p:spPr>
        <p:txBody>
          <a:bodyPr/>
          <a:lstStyle/>
          <a:p>
            <a:r>
              <a:rPr lang="de-DE" dirty="0"/>
              <a:t>Sergej Zuyev</a:t>
            </a:r>
          </a:p>
          <a:p>
            <a:r>
              <a:rPr lang="de-DE" dirty="0"/>
              <a:t>Fachbereich IEM</a:t>
            </a:r>
          </a:p>
          <a:p>
            <a:r>
              <a:rPr lang="de-DE" dirty="0"/>
              <a:t>Technische Hochschule Mittelhessen</a:t>
            </a:r>
          </a:p>
          <a:p>
            <a:r>
              <a:rPr lang="de-DE" dirty="0"/>
              <a:t>30.10.2018</a:t>
            </a:r>
          </a:p>
        </p:txBody>
      </p:sp>
    </p:spTree>
    <p:extLst>
      <p:ext uri="{BB962C8B-B14F-4D97-AF65-F5344CB8AC3E}">
        <p14:creationId xmlns:p14="http://schemas.microsoft.com/office/powerpoint/2010/main" val="361547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A21DA-4A99-794B-B905-956154FBD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Bussysteme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E789-A4CD-3041-9F8C-02903ED9D2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Wishbone</a:t>
            </a:r>
            <a:endParaRPr lang="de-DE" dirty="0"/>
          </a:p>
          <a:p>
            <a:pPr lvl="1"/>
            <a:r>
              <a:rPr lang="de-DE" dirty="0"/>
              <a:t>Open Source Hardware Computerbus</a:t>
            </a:r>
          </a:p>
          <a:p>
            <a:pPr lvl="1"/>
            <a:r>
              <a:rPr lang="de-DE" dirty="0"/>
              <a:t>Einheitliche, standardisierte Schnittstelle</a:t>
            </a:r>
          </a:p>
          <a:p>
            <a:pPr lvl="1"/>
            <a:r>
              <a:rPr lang="de-DE" dirty="0"/>
              <a:t>Verschiedene Topologien</a:t>
            </a:r>
          </a:p>
          <a:p>
            <a:pPr lvl="2"/>
            <a:r>
              <a:rPr lang="de-DE" dirty="0" err="1"/>
              <a:t>Shared</a:t>
            </a:r>
            <a:r>
              <a:rPr lang="de-DE" dirty="0"/>
              <a:t> Bus </a:t>
            </a:r>
          </a:p>
          <a:p>
            <a:pPr lvl="2"/>
            <a:r>
              <a:rPr lang="de-DE" dirty="0"/>
              <a:t>Crossbar</a:t>
            </a:r>
          </a:p>
          <a:p>
            <a:pPr lvl="2"/>
            <a:r>
              <a:rPr lang="de-DE" dirty="0"/>
              <a:t>Data </a:t>
            </a:r>
            <a:r>
              <a:rPr lang="de-DE" dirty="0" err="1"/>
              <a:t>flow</a:t>
            </a:r>
            <a:endParaRPr lang="de-DE" dirty="0"/>
          </a:p>
          <a:p>
            <a:pPr lvl="2"/>
            <a:r>
              <a:rPr lang="de-DE" dirty="0"/>
              <a:t>Point </a:t>
            </a:r>
            <a:r>
              <a:rPr lang="de-DE" dirty="0" err="1"/>
              <a:t>to</a:t>
            </a:r>
            <a:r>
              <a:rPr lang="de-DE" dirty="0"/>
              <a:t> Point</a:t>
            </a:r>
          </a:p>
          <a:p>
            <a:pPr lvl="1"/>
            <a:endParaRPr lang="de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4F0ED6-F03E-6440-9C88-4EBC3CB301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Avalon</a:t>
            </a:r>
            <a:endParaRPr lang="de-DE" dirty="0"/>
          </a:p>
          <a:p>
            <a:pPr lvl="1"/>
            <a:r>
              <a:rPr lang="de-DE" dirty="0"/>
              <a:t>Proprietäre Bus-Architektur</a:t>
            </a:r>
          </a:p>
          <a:p>
            <a:pPr lvl="1"/>
            <a:r>
              <a:rPr lang="de-DE" dirty="0"/>
              <a:t>Von </a:t>
            </a:r>
            <a:r>
              <a:rPr lang="de-DE" dirty="0" err="1"/>
              <a:t>Altera</a:t>
            </a:r>
            <a:r>
              <a:rPr lang="de-DE" dirty="0"/>
              <a:t> entwickelt</a:t>
            </a:r>
          </a:p>
          <a:p>
            <a:pPr lvl="1"/>
            <a:r>
              <a:rPr lang="de-DE" dirty="0"/>
              <a:t>Parametrisierbare IP-Cores</a:t>
            </a:r>
          </a:p>
          <a:p>
            <a:pPr lvl="1"/>
            <a:r>
              <a:rPr lang="de-DE" dirty="0"/>
              <a:t>Schnittstellentypen:</a:t>
            </a:r>
          </a:p>
          <a:p>
            <a:pPr lvl="2"/>
            <a:r>
              <a:rPr lang="de-DE" dirty="0" err="1"/>
              <a:t>Avalon</a:t>
            </a:r>
            <a:r>
              <a:rPr lang="de-DE" dirty="0"/>
              <a:t>-ST</a:t>
            </a:r>
          </a:p>
          <a:p>
            <a:pPr lvl="2"/>
            <a:r>
              <a:rPr lang="de-DE" dirty="0" err="1"/>
              <a:t>Avalon</a:t>
            </a:r>
            <a:r>
              <a:rPr lang="de-DE" dirty="0"/>
              <a:t>-MM</a:t>
            </a:r>
          </a:p>
          <a:p>
            <a:pPr lvl="2"/>
            <a:r>
              <a:rPr lang="de-DE" dirty="0" err="1"/>
              <a:t>Avalon</a:t>
            </a:r>
            <a:r>
              <a:rPr lang="de-DE" dirty="0"/>
              <a:t> </a:t>
            </a:r>
            <a:r>
              <a:rPr lang="de-DE" dirty="0" err="1"/>
              <a:t>Conduit</a:t>
            </a:r>
            <a:r>
              <a:rPr lang="de-DE" dirty="0"/>
              <a:t> Interface</a:t>
            </a:r>
          </a:p>
          <a:p>
            <a:pPr lvl="2"/>
            <a:r>
              <a:rPr lang="de-DE" dirty="0" err="1"/>
              <a:t>Avalon</a:t>
            </a:r>
            <a:r>
              <a:rPr lang="de-DE" dirty="0"/>
              <a:t> </a:t>
            </a:r>
            <a:r>
              <a:rPr lang="de-DE" dirty="0" err="1"/>
              <a:t>Tri</a:t>
            </a:r>
            <a:r>
              <a:rPr lang="de-DE" dirty="0"/>
              <a:t>-State </a:t>
            </a:r>
            <a:r>
              <a:rPr lang="de-DE" dirty="0" err="1"/>
              <a:t>Conduit</a:t>
            </a:r>
            <a:r>
              <a:rPr lang="de-DE" dirty="0"/>
              <a:t> Interface</a:t>
            </a:r>
          </a:p>
          <a:p>
            <a:pPr lvl="2"/>
            <a:r>
              <a:rPr lang="de-DE" dirty="0" err="1"/>
              <a:t>Avalon</a:t>
            </a:r>
            <a:r>
              <a:rPr lang="de-DE" dirty="0"/>
              <a:t> Interrupt Interface</a:t>
            </a:r>
          </a:p>
          <a:p>
            <a:pPr lvl="2"/>
            <a:r>
              <a:rPr lang="de-DE" dirty="0" err="1"/>
              <a:t>Avalon</a:t>
            </a:r>
            <a:r>
              <a:rPr lang="de-DE" dirty="0"/>
              <a:t> </a:t>
            </a:r>
            <a:r>
              <a:rPr lang="de-DE" dirty="0" err="1"/>
              <a:t>Clock</a:t>
            </a:r>
            <a:r>
              <a:rPr lang="de-DE" dirty="0"/>
              <a:t> Interface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92503C-04E7-0340-AE49-E55E806C8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315162-6469-F349-9026-AA5216DF4595}" type="slidenum">
              <a:rPr lang="de-DE" altLang="de-DE" smtClean="0"/>
              <a:pPr>
                <a:defRPr/>
              </a:pPr>
              <a:t>22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26340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CA8A18-90CD-9749-A41D-EEF423B59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1037" y="1656000"/>
            <a:ext cx="4201925" cy="461803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0E91DC1-CBA2-E046-B4D7-28DDDF8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Linux-Treiber – Zugriffspfad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028D9-E0B6-7E4D-8A33-0F74E216B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23</a:t>
            </a:fld>
            <a:endParaRPr lang="de-DE" altLang="de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A6170D-CE5E-154D-90FA-81CE71F00630}"/>
              </a:ext>
            </a:extLst>
          </p:cNvPr>
          <p:cNvSpPr/>
          <p:nvPr/>
        </p:nvSpPr>
        <p:spPr>
          <a:xfrm>
            <a:off x="4427984" y="4293096"/>
            <a:ext cx="576062" cy="360040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B423DD-D0B9-8040-A8D3-3AA6B8C4E64E}"/>
              </a:ext>
            </a:extLst>
          </p:cNvPr>
          <p:cNvSpPr/>
          <p:nvPr/>
        </p:nvSpPr>
        <p:spPr>
          <a:xfrm>
            <a:off x="2699791" y="1700808"/>
            <a:ext cx="814117" cy="317403"/>
          </a:xfrm>
          <a:prstGeom prst="rect">
            <a:avLst/>
          </a:prstGeom>
          <a:noFill/>
          <a:ln w="38100"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CCD58D58-3ECB-4644-A5A5-A8A2A8837333}"/>
              </a:ext>
            </a:extLst>
          </p:cNvPr>
          <p:cNvSpPr/>
          <p:nvPr/>
        </p:nvSpPr>
        <p:spPr>
          <a:xfrm>
            <a:off x="3098800" y="2019300"/>
            <a:ext cx="3003550" cy="2454275"/>
          </a:xfrm>
          <a:custGeom>
            <a:avLst/>
            <a:gdLst>
              <a:gd name="connsiteX0" fmla="*/ 1327150 w 3003550"/>
              <a:gd name="connsiteY0" fmla="*/ 2447925 h 2447925"/>
              <a:gd name="connsiteX1" fmla="*/ 1244600 w 3003550"/>
              <a:gd name="connsiteY1" fmla="*/ 2447925 h 2447925"/>
              <a:gd name="connsiteX2" fmla="*/ 1244600 w 3003550"/>
              <a:gd name="connsiteY2" fmla="*/ 1517650 h 2447925"/>
              <a:gd name="connsiteX3" fmla="*/ 3003550 w 3003550"/>
              <a:gd name="connsiteY3" fmla="*/ 1517650 h 2447925"/>
              <a:gd name="connsiteX4" fmla="*/ 3003550 w 3003550"/>
              <a:gd name="connsiteY4" fmla="*/ 517525 h 2447925"/>
              <a:gd name="connsiteX5" fmla="*/ 0 w 3003550"/>
              <a:gd name="connsiteY5" fmla="*/ 517525 h 2447925"/>
              <a:gd name="connsiteX6" fmla="*/ 0 w 3003550"/>
              <a:gd name="connsiteY6" fmla="*/ 0 h 2447925"/>
              <a:gd name="connsiteX7" fmla="*/ 136525 w 3003550"/>
              <a:gd name="connsiteY7" fmla="*/ 47625 h 2447925"/>
              <a:gd name="connsiteX0" fmla="*/ 1327150 w 3003550"/>
              <a:gd name="connsiteY0" fmla="*/ 2447925 h 2447925"/>
              <a:gd name="connsiteX1" fmla="*/ 1244600 w 3003550"/>
              <a:gd name="connsiteY1" fmla="*/ 2447925 h 2447925"/>
              <a:gd name="connsiteX2" fmla="*/ 1244600 w 3003550"/>
              <a:gd name="connsiteY2" fmla="*/ 1517650 h 2447925"/>
              <a:gd name="connsiteX3" fmla="*/ 3003550 w 3003550"/>
              <a:gd name="connsiteY3" fmla="*/ 1517650 h 2447925"/>
              <a:gd name="connsiteX4" fmla="*/ 3003550 w 3003550"/>
              <a:gd name="connsiteY4" fmla="*/ 517525 h 2447925"/>
              <a:gd name="connsiteX5" fmla="*/ 0 w 3003550"/>
              <a:gd name="connsiteY5" fmla="*/ 517525 h 2447925"/>
              <a:gd name="connsiteX6" fmla="*/ 0 w 3003550"/>
              <a:gd name="connsiteY6" fmla="*/ 0 h 2447925"/>
              <a:gd name="connsiteX0" fmla="*/ 1336675 w 3003550"/>
              <a:gd name="connsiteY0" fmla="*/ 2447925 h 2447925"/>
              <a:gd name="connsiteX1" fmla="*/ 1244600 w 3003550"/>
              <a:gd name="connsiteY1" fmla="*/ 2447925 h 2447925"/>
              <a:gd name="connsiteX2" fmla="*/ 1244600 w 3003550"/>
              <a:gd name="connsiteY2" fmla="*/ 1517650 h 2447925"/>
              <a:gd name="connsiteX3" fmla="*/ 3003550 w 3003550"/>
              <a:gd name="connsiteY3" fmla="*/ 1517650 h 2447925"/>
              <a:gd name="connsiteX4" fmla="*/ 3003550 w 3003550"/>
              <a:gd name="connsiteY4" fmla="*/ 517525 h 2447925"/>
              <a:gd name="connsiteX5" fmla="*/ 0 w 3003550"/>
              <a:gd name="connsiteY5" fmla="*/ 517525 h 2447925"/>
              <a:gd name="connsiteX6" fmla="*/ 0 w 3003550"/>
              <a:gd name="connsiteY6" fmla="*/ 0 h 2447925"/>
              <a:gd name="connsiteX0" fmla="*/ 1336675 w 3003550"/>
              <a:gd name="connsiteY0" fmla="*/ 2454275 h 2454275"/>
              <a:gd name="connsiteX1" fmla="*/ 1244600 w 3003550"/>
              <a:gd name="connsiteY1" fmla="*/ 2454275 h 2454275"/>
              <a:gd name="connsiteX2" fmla="*/ 1244600 w 3003550"/>
              <a:gd name="connsiteY2" fmla="*/ 1524000 h 2454275"/>
              <a:gd name="connsiteX3" fmla="*/ 3003550 w 3003550"/>
              <a:gd name="connsiteY3" fmla="*/ 1524000 h 2454275"/>
              <a:gd name="connsiteX4" fmla="*/ 3003550 w 3003550"/>
              <a:gd name="connsiteY4" fmla="*/ 523875 h 2454275"/>
              <a:gd name="connsiteX5" fmla="*/ 0 w 3003550"/>
              <a:gd name="connsiteY5" fmla="*/ 523875 h 2454275"/>
              <a:gd name="connsiteX6" fmla="*/ 6350 w 3003550"/>
              <a:gd name="connsiteY6" fmla="*/ 0 h 2454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03550" h="2454275">
                <a:moveTo>
                  <a:pt x="1336675" y="2454275"/>
                </a:moveTo>
                <a:lnTo>
                  <a:pt x="1244600" y="2454275"/>
                </a:lnTo>
                <a:lnTo>
                  <a:pt x="1244600" y="1524000"/>
                </a:lnTo>
                <a:lnTo>
                  <a:pt x="3003550" y="1524000"/>
                </a:lnTo>
                <a:lnTo>
                  <a:pt x="3003550" y="523875"/>
                </a:lnTo>
                <a:lnTo>
                  <a:pt x="0" y="523875"/>
                </a:lnTo>
                <a:cubicBezTo>
                  <a:pt x="2117" y="349250"/>
                  <a:pt x="4233" y="174625"/>
                  <a:pt x="6350" y="0"/>
                </a:cubicBezTo>
              </a:path>
            </a:pathLst>
          </a:custGeom>
          <a:noFill/>
          <a:ln>
            <a:solidFill>
              <a:srgbClr val="80BA24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Line Callout 1 (Border and Accent Bar) 71">
            <a:extLst>
              <a:ext uri="{FF2B5EF4-FFF2-40B4-BE49-F238E27FC236}">
                <a16:creationId xmlns:a16="http://schemas.microsoft.com/office/drawing/2014/main" id="{6FAE8C83-3D0B-C04B-AC31-139C4C66E38C}"/>
              </a:ext>
            </a:extLst>
          </p:cNvPr>
          <p:cNvSpPr/>
          <p:nvPr/>
        </p:nvSpPr>
        <p:spPr>
          <a:xfrm flipH="1">
            <a:off x="1115616" y="1621626"/>
            <a:ext cx="1152128" cy="216024"/>
          </a:xfrm>
          <a:prstGeom prst="accentBorderCallout1">
            <a:avLst/>
          </a:prstGeom>
          <a:solidFill>
            <a:srgbClr val="8996A0"/>
          </a:solidFill>
          <a:ln>
            <a:solidFill>
              <a:srgbClr val="899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2788213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022738-1524-AC48-8ECE-C407D9EBC4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5BCC05E-6BB9-F44C-AA5C-18037A9C729E}" type="slidenum">
              <a:rPr lang="de-DE" altLang="de-DE" smtClean="0"/>
              <a:pPr>
                <a:defRPr/>
              </a:pPr>
              <a:t>24</a:t>
            </a:fld>
            <a:endParaRPr lang="de-DE" alt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3FF6C28-743A-B949-88D2-E524C91B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Wishbone</a:t>
            </a:r>
            <a:endParaRPr lang="de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4A81B-EF3A-8A4D-8E2F-CB7F1E7B7E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4001" y="1620000"/>
            <a:ext cx="8424464" cy="26010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Open Source Hardware Computerbus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Einheitliche, standardisierte Schnittstelle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Verschiedene Topologien</a:t>
            </a:r>
          </a:p>
          <a:p>
            <a:pPr marL="828675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Shared</a:t>
            </a:r>
            <a:r>
              <a:rPr lang="de-DE" dirty="0"/>
              <a:t> Bus </a:t>
            </a:r>
          </a:p>
          <a:p>
            <a:pPr marL="828675" lvl="1" indent="-285750">
              <a:buFont typeface="Arial" panose="020B0604020202020204" pitchFamily="34" charset="0"/>
              <a:buChar char="•"/>
            </a:pPr>
            <a:r>
              <a:rPr lang="de-DE" dirty="0"/>
              <a:t>Crossbar</a:t>
            </a:r>
          </a:p>
          <a:p>
            <a:pPr marL="828675" lvl="1" indent="-285750">
              <a:buFont typeface="Arial" panose="020B0604020202020204" pitchFamily="34" charset="0"/>
              <a:buChar char="•"/>
            </a:pPr>
            <a:r>
              <a:rPr lang="de-DE" dirty="0"/>
              <a:t>Data </a:t>
            </a:r>
            <a:r>
              <a:rPr lang="de-DE" dirty="0" err="1"/>
              <a:t>flow</a:t>
            </a:r>
            <a:endParaRPr lang="de-DE" dirty="0"/>
          </a:p>
          <a:p>
            <a:pPr marL="828675" lvl="1" indent="-285750">
              <a:buFont typeface="Arial" panose="020B0604020202020204" pitchFamily="34" charset="0"/>
              <a:buChar char="•"/>
            </a:pPr>
            <a:r>
              <a:rPr lang="de-DE" dirty="0"/>
              <a:t>Point </a:t>
            </a:r>
            <a:r>
              <a:rPr lang="de-DE" dirty="0" err="1"/>
              <a:t>to</a:t>
            </a:r>
            <a:r>
              <a:rPr lang="de-DE" dirty="0"/>
              <a:t> Point</a:t>
            </a:r>
          </a:p>
          <a:p>
            <a:pPr marL="828675" lvl="1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A420AE19-FF1B-F347-8FE0-5178B2B9174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tretch>
            <a:fillRect/>
          </a:stretch>
        </p:blipFill>
        <p:spPr>
          <a:xfrm>
            <a:off x="324000" y="4365104"/>
            <a:ext cx="8421688" cy="1872208"/>
          </a:xfrm>
          <a:prstGeom prst="rect">
            <a:avLst/>
          </a:prstGeom>
        </p:spPr>
      </p:pic>
      <p:sp>
        <p:nvSpPr>
          <p:cNvPr id="9" name="Left Arrow 8">
            <a:extLst>
              <a:ext uri="{FF2B5EF4-FFF2-40B4-BE49-F238E27FC236}">
                <a16:creationId xmlns:a16="http://schemas.microsoft.com/office/drawing/2014/main" id="{86D0FEBD-C68B-7044-9D44-B3194DC81542}"/>
              </a:ext>
            </a:extLst>
          </p:cNvPr>
          <p:cNvSpPr/>
          <p:nvPr/>
        </p:nvSpPr>
        <p:spPr>
          <a:xfrm rot="10800000">
            <a:off x="467544" y="2744250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7213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4B54551-AC0D-3A48-8DA0-580816AEE6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760961"/>
            <a:ext cx="4755583" cy="430410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C1FDD4BF-D5C8-6942-9DBF-4C5F078B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Avalon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8F9AA-5C3A-D544-A0F4-4D15BD83D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25</a:t>
            </a:fld>
            <a:endParaRPr lang="de-DE" alt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69523D7-4203-3248-8892-2DFBB17EEE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4089" y="1619250"/>
            <a:ext cx="3379862" cy="4618038"/>
          </a:xfrm>
        </p:spPr>
        <p:txBody>
          <a:bodyPr/>
          <a:lstStyle/>
          <a:p>
            <a:r>
              <a:rPr lang="de-DE" dirty="0"/>
              <a:t>Proprietäre Bus-Architektur</a:t>
            </a:r>
          </a:p>
          <a:p>
            <a:r>
              <a:rPr lang="de-DE" dirty="0"/>
              <a:t>Von </a:t>
            </a:r>
            <a:r>
              <a:rPr lang="de-DE" dirty="0" err="1"/>
              <a:t>Altera</a:t>
            </a:r>
            <a:r>
              <a:rPr lang="de-DE" dirty="0"/>
              <a:t> entwickelt</a:t>
            </a:r>
          </a:p>
          <a:p>
            <a:r>
              <a:rPr lang="de-DE" dirty="0"/>
              <a:t>Eingesetzt in </a:t>
            </a:r>
            <a:r>
              <a:rPr lang="de-DE" dirty="0" err="1"/>
              <a:t>Altera</a:t>
            </a:r>
            <a:r>
              <a:rPr lang="de-DE" dirty="0"/>
              <a:t>-FPGAs</a:t>
            </a:r>
          </a:p>
          <a:p>
            <a:r>
              <a:rPr lang="de-DE" dirty="0"/>
              <a:t>Parametrisierbare IP-Cores</a:t>
            </a:r>
          </a:p>
          <a:p>
            <a:r>
              <a:rPr lang="de-DE" dirty="0"/>
              <a:t>Schnittstellentypen:</a:t>
            </a:r>
          </a:p>
          <a:p>
            <a:pPr lvl="1"/>
            <a:r>
              <a:rPr lang="de-DE" dirty="0" err="1"/>
              <a:t>Avalon</a:t>
            </a:r>
            <a:r>
              <a:rPr lang="de-DE" dirty="0"/>
              <a:t>-ST</a:t>
            </a:r>
          </a:p>
          <a:p>
            <a:pPr lvl="1"/>
            <a:r>
              <a:rPr lang="de-DE" dirty="0" err="1"/>
              <a:t>Avalon</a:t>
            </a:r>
            <a:r>
              <a:rPr lang="de-DE" dirty="0"/>
              <a:t>-MM</a:t>
            </a:r>
          </a:p>
          <a:p>
            <a:pPr lvl="1"/>
            <a:r>
              <a:rPr lang="de-DE" dirty="0" err="1"/>
              <a:t>Avalon</a:t>
            </a:r>
            <a:r>
              <a:rPr lang="de-DE" dirty="0"/>
              <a:t> </a:t>
            </a:r>
            <a:r>
              <a:rPr lang="de-DE" dirty="0" err="1"/>
              <a:t>Conduit</a:t>
            </a:r>
            <a:r>
              <a:rPr lang="de-DE" dirty="0"/>
              <a:t> Interface</a:t>
            </a:r>
          </a:p>
          <a:p>
            <a:pPr lvl="1"/>
            <a:r>
              <a:rPr lang="de-DE" dirty="0" err="1"/>
              <a:t>Avalon</a:t>
            </a:r>
            <a:r>
              <a:rPr lang="de-DE" dirty="0"/>
              <a:t> </a:t>
            </a:r>
            <a:r>
              <a:rPr lang="de-DE" dirty="0" err="1"/>
              <a:t>Tri</a:t>
            </a:r>
            <a:r>
              <a:rPr lang="de-DE" dirty="0"/>
              <a:t>-State </a:t>
            </a:r>
            <a:r>
              <a:rPr lang="de-DE" dirty="0" err="1"/>
              <a:t>Conduit</a:t>
            </a:r>
            <a:r>
              <a:rPr lang="de-DE" dirty="0"/>
              <a:t> Interface</a:t>
            </a:r>
          </a:p>
          <a:p>
            <a:pPr lvl="1"/>
            <a:r>
              <a:rPr lang="de-DE" dirty="0" err="1"/>
              <a:t>Avalon</a:t>
            </a:r>
            <a:r>
              <a:rPr lang="de-DE" dirty="0"/>
              <a:t> Interrupt Interface</a:t>
            </a:r>
          </a:p>
          <a:p>
            <a:pPr lvl="1"/>
            <a:r>
              <a:rPr lang="de-DE" dirty="0" err="1"/>
              <a:t>Avalon</a:t>
            </a:r>
            <a:r>
              <a:rPr lang="de-DE" dirty="0"/>
              <a:t> </a:t>
            </a:r>
            <a:r>
              <a:rPr lang="de-DE" dirty="0" err="1"/>
              <a:t>Clock</a:t>
            </a:r>
            <a:r>
              <a:rPr lang="de-DE" dirty="0"/>
              <a:t> Interface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9EB67787-1B7A-2644-AF4A-A147CF2A9550}"/>
              </a:ext>
            </a:extLst>
          </p:cNvPr>
          <p:cNvSpPr/>
          <p:nvPr/>
        </p:nvSpPr>
        <p:spPr>
          <a:xfrm>
            <a:off x="8578156" y="3688205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Left Arrow 13">
            <a:extLst>
              <a:ext uri="{FF2B5EF4-FFF2-40B4-BE49-F238E27FC236}">
                <a16:creationId xmlns:a16="http://schemas.microsoft.com/office/drawing/2014/main" id="{9EB9B6DD-26DC-384A-9A95-2E61B701FEC2}"/>
              </a:ext>
            </a:extLst>
          </p:cNvPr>
          <p:cNvSpPr/>
          <p:nvPr/>
        </p:nvSpPr>
        <p:spPr>
          <a:xfrm>
            <a:off x="8577930" y="4061833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Left Arrow 14">
            <a:extLst>
              <a:ext uri="{FF2B5EF4-FFF2-40B4-BE49-F238E27FC236}">
                <a16:creationId xmlns:a16="http://schemas.microsoft.com/office/drawing/2014/main" id="{5AB3B650-298F-1349-8F18-2F0D31FFD4C2}"/>
              </a:ext>
            </a:extLst>
          </p:cNvPr>
          <p:cNvSpPr/>
          <p:nvPr/>
        </p:nvSpPr>
        <p:spPr>
          <a:xfrm>
            <a:off x="8594038" y="5338489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Left Arrow 15">
            <a:extLst>
              <a:ext uri="{FF2B5EF4-FFF2-40B4-BE49-F238E27FC236}">
                <a16:creationId xmlns:a16="http://schemas.microsoft.com/office/drawing/2014/main" id="{3E26686A-FA1F-AC42-8978-59DE374F7625}"/>
              </a:ext>
            </a:extLst>
          </p:cNvPr>
          <p:cNvSpPr/>
          <p:nvPr/>
        </p:nvSpPr>
        <p:spPr>
          <a:xfrm>
            <a:off x="8593170" y="4978410"/>
            <a:ext cx="288032" cy="144016"/>
          </a:xfrm>
          <a:prstGeom prst="leftArrow">
            <a:avLst/>
          </a:prstGeom>
          <a:solidFill>
            <a:srgbClr val="80BA24"/>
          </a:solidFill>
          <a:ln>
            <a:solidFill>
              <a:srgbClr val="80BA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1253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3BD68B-98E9-CF40-ACB6-2FE32336AA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50" y="2561361"/>
            <a:ext cx="5634038" cy="273381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0E91DC1-CBA2-E046-B4D7-28DDDF8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 – Revision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028D9-E0B6-7E4D-8A33-0F74E216B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26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A4F14-123E-3040-B7C2-8AE778DBC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Ausgangsprojekt</a:t>
            </a:r>
          </a:p>
          <a:p>
            <a:r>
              <a:rPr lang="de-DE" dirty="0"/>
              <a:t>Plasma MIPS (I) CPU</a:t>
            </a:r>
          </a:p>
          <a:p>
            <a:r>
              <a:rPr lang="de-DE" dirty="0"/>
              <a:t>MUX</a:t>
            </a:r>
          </a:p>
          <a:p>
            <a:pPr lvl="1"/>
            <a:r>
              <a:rPr lang="de-DE" dirty="0" err="1"/>
              <a:t>Unwartbar</a:t>
            </a:r>
            <a:endParaRPr lang="de-DE" dirty="0"/>
          </a:p>
          <a:p>
            <a:pPr lvl="1"/>
            <a:r>
              <a:rPr lang="de-DE" dirty="0"/>
              <a:t>Schwer erweiterbar</a:t>
            </a:r>
          </a:p>
          <a:p>
            <a:r>
              <a:rPr lang="de-DE" dirty="0"/>
              <a:t>Rudimentäre Peripherie</a:t>
            </a: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FDBEC4B7-95B9-A545-9F82-E8B1030E83FD}"/>
              </a:ext>
            </a:extLst>
          </p:cNvPr>
          <p:cNvSpPr/>
          <p:nvPr/>
        </p:nvSpPr>
        <p:spPr>
          <a:xfrm>
            <a:off x="350988" y="3331142"/>
            <a:ext cx="5517156" cy="457898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68C12659-51FD-234D-9D82-295BAFC259E0}"/>
              </a:ext>
            </a:extLst>
          </p:cNvPr>
          <p:cNvSpPr/>
          <p:nvPr/>
        </p:nvSpPr>
        <p:spPr>
          <a:xfrm>
            <a:off x="683568" y="4062548"/>
            <a:ext cx="857849" cy="463731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4177CD0B-C6BD-7740-A824-41B7AE91528A}"/>
              </a:ext>
            </a:extLst>
          </p:cNvPr>
          <p:cNvSpPr/>
          <p:nvPr/>
        </p:nvSpPr>
        <p:spPr>
          <a:xfrm>
            <a:off x="1835697" y="4062548"/>
            <a:ext cx="816064" cy="463731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BF242D05-81A4-4E48-859C-66EE8E5161FE}"/>
              </a:ext>
            </a:extLst>
          </p:cNvPr>
          <p:cNvSpPr/>
          <p:nvPr/>
        </p:nvSpPr>
        <p:spPr>
          <a:xfrm>
            <a:off x="2919306" y="4062547"/>
            <a:ext cx="857849" cy="463731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F8BE4EEA-2EFA-EE4C-AD28-784E5AE75E19}"/>
              </a:ext>
            </a:extLst>
          </p:cNvPr>
          <p:cNvSpPr/>
          <p:nvPr/>
        </p:nvSpPr>
        <p:spPr>
          <a:xfrm>
            <a:off x="4029650" y="4062547"/>
            <a:ext cx="857849" cy="463731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EF85920F-A9C6-6844-B805-F3B852B7AF07}"/>
              </a:ext>
            </a:extLst>
          </p:cNvPr>
          <p:cNvSpPr/>
          <p:nvPr/>
        </p:nvSpPr>
        <p:spPr>
          <a:xfrm>
            <a:off x="2919306" y="4775444"/>
            <a:ext cx="857849" cy="463731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F4EF4DE3-C907-344D-A142-B2E1C94F8CB0}"/>
              </a:ext>
            </a:extLst>
          </p:cNvPr>
          <p:cNvSpPr/>
          <p:nvPr/>
        </p:nvSpPr>
        <p:spPr>
          <a:xfrm>
            <a:off x="1835697" y="4772254"/>
            <a:ext cx="816064" cy="463731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EE4B3458-FCAF-2046-A205-47E3B4950D1D}"/>
              </a:ext>
            </a:extLst>
          </p:cNvPr>
          <p:cNvSpPr/>
          <p:nvPr/>
        </p:nvSpPr>
        <p:spPr>
          <a:xfrm>
            <a:off x="366038" y="2612572"/>
            <a:ext cx="965602" cy="480984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426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E91DC1-CBA2-E046-B4D7-28DDDF8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Systemarchitektur – Revision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028D9-E0B6-7E4D-8A33-0F74E216B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27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A4F14-123E-3040-B7C2-8AE778DBCA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11863" y="1619250"/>
            <a:ext cx="2732087" cy="4618038"/>
          </a:xfrm>
        </p:spPr>
        <p:txBody>
          <a:bodyPr/>
          <a:lstStyle/>
          <a:p>
            <a:r>
              <a:rPr lang="de-DE" dirty="0"/>
              <a:t>Einsatz auf dem </a:t>
            </a:r>
            <a:r>
              <a:rPr lang="de-DE" dirty="0" err="1"/>
              <a:t>ZedBoard</a:t>
            </a:r>
            <a:endParaRPr lang="de-DE" dirty="0"/>
          </a:p>
          <a:p>
            <a:r>
              <a:rPr lang="de-DE" dirty="0"/>
              <a:t>Neuentwicklungen:</a:t>
            </a:r>
          </a:p>
          <a:p>
            <a:pPr lvl="1"/>
            <a:r>
              <a:rPr lang="de-DE" dirty="0" err="1"/>
              <a:t>Wishbone</a:t>
            </a:r>
            <a:r>
              <a:rPr lang="de-DE" dirty="0"/>
              <a:t> Bus</a:t>
            </a:r>
          </a:p>
          <a:p>
            <a:pPr lvl="1"/>
            <a:r>
              <a:rPr lang="de-DE" dirty="0" err="1"/>
              <a:t>Wishbone</a:t>
            </a:r>
            <a:r>
              <a:rPr lang="de-DE" dirty="0"/>
              <a:t> Master</a:t>
            </a:r>
          </a:p>
          <a:p>
            <a:pPr lvl="1"/>
            <a:r>
              <a:rPr lang="de-DE" dirty="0" err="1"/>
              <a:t>Arbiter</a:t>
            </a:r>
            <a:endParaRPr lang="de-DE" dirty="0"/>
          </a:p>
          <a:p>
            <a:pPr lvl="1"/>
            <a:r>
              <a:rPr lang="de-DE" dirty="0" err="1"/>
              <a:t>Wishbone</a:t>
            </a:r>
            <a:r>
              <a:rPr lang="de-DE" dirty="0"/>
              <a:t> </a:t>
            </a:r>
            <a:r>
              <a:rPr lang="de-DE" dirty="0" err="1"/>
              <a:t>Slaves</a:t>
            </a:r>
            <a:endParaRPr lang="de-DE" dirty="0"/>
          </a:p>
          <a:p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215EA2-DD8A-8C43-9D78-D3FD1E4B8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850" y="2195651"/>
            <a:ext cx="5634038" cy="3465236"/>
          </a:xfrm>
          <a:prstGeom prst="rect">
            <a:avLst/>
          </a:prstGeom>
        </p:spPr>
      </p:pic>
      <p:sp>
        <p:nvSpPr>
          <p:cNvPr id="9" name="Frame 8">
            <a:extLst>
              <a:ext uri="{FF2B5EF4-FFF2-40B4-BE49-F238E27FC236}">
                <a16:creationId xmlns:a16="http://schemas.microsoft.com/office/drawing/2014/main" id="{400F1C18-16B2-F841-A813-EE331D03DB0B}"/>
              </a:ext>
            </a:extLst>
          </p:cNvPr>
          <p:cNvSpPr/>
          <p:nvPr/>
        </p:nvSpPr>
        <p:spPr>
          <a:xfrm>
            <a:off x="324001" y="2924944"/>
            <a:ext cx="5633888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Frame 9">
            <a:extLst>
              <a:ext uri="{FF2B5EF4-FFF2-40B4-BE49-F238E27FC236}">
                <a16:creationId xmlns:a16="http://schemas.microsoft.com/office/drawing/2014/main" id="{4B147538-FED5-8048-9ADB-1A5733103C16}"/>
              </a:ext>
            </a:extLst>
          </p:cNvPr>
          <p:cNvSpPr/>
          <p:nvPr/>
        </p:nvSpPr>
        <p:spPr>
          <a:xfrm>
            <a:off x="329933" y="2195651"/>
            <a:ext cx="1001707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AF6A8D00-58C7-3F48-89FD-12CAC32F3C3B}"/>
              </a:ext>
            </a:extLst>
          </p:cNvPr>
          <p:cNvSpPr/>
          <p:nvPr/>
        </p:nvSpPr>
        <p:spPr>
          <a:xfrm>
            <a:off x="1619672" y="2195651"/>
            <a:ext cx="792088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401BD335-7DC9-724D-8D97-9C78E2E4BFFC}"/>
              </a:ext>
            </a:extLst>
          </p:cNvPr>
          <p:cNvSpPr/>
          <p:nvPr/>
        </p:nvSpPr>
        <p:spPr>
          <a:xfrm>
            <a:off x="683569" y="3676241"/>
            <a:ext cx="864096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6D8FC621-07B1-D24F-A570-A3E32F03DB7B}"/>
              </a:ext>
            </a:extLst>
          </p:cNvPr>
          <p:cNvSpPr/>
          <p:nvPr/>
        </p:nvSpPr>
        <p:spPr>
          <a:xfrm>
            <a:off x="1835696" y="3676241"/>
            <a:ext cx="864096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7ED71B0-2525-324B-9931-62E8CC3D9C5E}"/>
              </a:ext>
            </a:extLst>
          </p:cNvPr>
          <p:cNvSpPr/>
          <p:nvPr/>
        </p:nvSpPr>
        <p:spPr>
          <a:xfrm>
            <a:off x="2924349" y="3676241"/>
            <a:ext cx="864096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Frame 14">
            <a:extLst>
              <a:ext uri="{FF2B5EF4-FFF2-40B4-BE49-F238E27FC236}">
                <a16:creationId xmlns:a16="http://schemas.microsoft.com/office/drawing/2014/main" id="{50676E5A-B390-C948-BD1B-969A453CC59B}"/>
              </a:ext>
            </a:extLst>
          </p:cNvPr>
          <p:cNvSpPr/>
          <p:nvPr/>
        </p:nvSpPr>
        <p:spPr>
          <a:xfrm>
            <a:off x="4102152" y="3672095"/>
            <a:ext cx="829888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30E74385-3FCD-034A-90CA-1DFB37C11644}"/>
              </a:ext>
            </a:extLst>
          </p:cNvPr>
          <p:cNvSpPr/>
          <p:nvPr/>
        </p:nvSpPr>
        <p:spPr>
          <a:xfrm>
            <a:off x="4102152" y="4414463"/>
            <a:ext cx="829888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05BEF251-F690-B64D-9170-7EA31429DA00}"/>
              </a:ext>
            </a:extLst>
          </p:cNvPr>
          <p:cNvSpPr/>
          <p:nvPr/>
        </p:nvSpPr>
        <p:spPr>
          <a:xfrm>
            <a:off x="4102152" y="5156831"/>
            <a:ext cx="829888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8" name="Frame 17">
            <a:extLst>
              <a:ext uri="{FF2B5EF4-FFF2-40B4-BE49-F238E27FC236}">
                <a16:creationId xmlns:a16="http://schemas.microsoft.com/office/drawing/2014/main" id="{6A9FFFC5-7224-5345-8FDD-1211E983161A}"/>
              </a:ext>
            </a:extLst>
          </p:cNvPr>
          <p:cNvSpPr/>
          <p:nvPr/>
        </p:nvSpPr>
        <p:spPr>
          <a:xfrm>
            <a:off x="2924348" y="4414463"/>
            <a:ext cx="864095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Frame 18">
            <a:extLst>
              <a:ext uri="{FF2B5EF4-FFF2-40B4-BE49-F238E27FC236}">
                <a16:creationId xmlns:a16="http://schemas.microsoft.com/office/drawing/2014/main" id="{F4420BE0-2F12-3F4F-821B-AA539CB50592}"/>
              </a:ext>
            </a:extLst>
          </p:cNvPr>
          <p:cNvSpPr/>
          <p:nvPr/>
        </p:nvSpPr>
        <p:spPr>
          <a:xfrm>
            <a:off x="2924348" y="5165760"/>
            <a:ext cx="864095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0" name="Frame 19">
            <a:extLst>
              <a:ext uri="{FF2B5EF4-FFF2-40B4-BE49-F238E27FC236}">
                <a16:creationId xmlns:a16="http://schemas.microsoft.com/office/drawing/2014/main" id="{70E15896-1A32-FB44-9135-71BCC318D2AB}"/>
              </a:ext>
            </a:extLst>
          </p:cNvPr>
          <p:cNvSpPr/>
          <p:nvPr/>
        </p:nvSpPr>
        <p:spPr>
          <a:xfrm>
            <a:off x="1835696" y="4414463"/>
            <a:ext cx="864095" cy="504056"/>
          </a:xfrm>
          <a:prstGeom prst="frame">
            <a:avLst/>
          </a:prstGeom>
          <a:solidFill>
            <a:srgbClr val="80BA24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801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980166-E250-8C4C-AD37-593A4075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Linux-Kernel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9EE35-011B-6644-908E-31900DE98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28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D6A8C-D8B6-7C4D-ACA4-DCAB13450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Linux-</a:t>
            </a:r>
            <a:r>
              <a:rPr lang="de-DE" dirty="0" err="1"/>
              <a:t>socfpga</a:t>
            </a:r>
            <a:r>
              <a:rPr lang="de-DE" dirty="0"/>
              <a:t> Repository</a:t>
            </a:r>
          </a:p>
          <a:p>
            <a:pPr lvl="1"/>
            <a:r>
              <a:rPr lang="de-DE" dirty="0"/>
              <a:t>Kernel-Version 4.9.78 </a:t>
            </a:r>
            <a:r>
              <a:rPr lang="de-DE" dirty="0" err="1"/>
              <a:t>ltsi</a:t>
            </a:r>
            <a:endParaRPr lang="de-DE" dirty="0"/>
          </a:p>
          <a:p>
            <a:pPr lvl="1"/>
            <a:r>
              <a:rPr lang="de-DE" dirty="0" err="1"/>
              <a:t>Maintainer</a:t>
            </a:r>
            <a:r>
              <a:rPr lang="de-DE" dirty="0"/>
              <a:t>: </a:t>
            </a:r>
            <a:r>
              <a:rPr lang="de-DE" dirty="0" err="1"/>
              <a:t>Altera</a:t>
            </a:r>
            <a:endParaRPr lang="de-DE" dirty="0"/>
          </a:p>
          <a:p>
            <a:pPr lvl="1"/>
            <a:r>
              <a:rPr lang="de-DE" dirty="0" err="1"/>
              <a:t>Altera</a:t>
            </a:r>
            <a:r>
              <a:rPr lang="de-DE" dirty="0"/>
              <a:t>-spezifische Anpassungen und Treiber</a:t>
            </a:r>
          </a:p>
          <a:p>
            <a:r>
              <a:rPr lang="de-DE" dirty="0"/>
              <a:t>Konfiguration </a:t>
            </a:r>
            <a:r>
              <a:rPr lang="de-DE" dirty="0" err="1"/>
              <a:t>u.a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Hostname</a:t>
            </a:r>
          </a:p>
          <a:p>
            <a:pPr lvl="1"/>
            <a:r>
              <a:rPr lang="de-DE" dirty="0"/>
              <a:t>Treiber</a:t>
            </a:r>
          </a:p>
          <a:p>
            <a:pPr lvl="1"/>
            <a:r>
              <a:rPr lang="de-DE" dirty="0" err="1"/>
              <a:t>Altera</a:t>
            </a:r>
            <a:r>
              <a:rPr lang="de-DE" dirty="0"/>
              <a:t>-spezifische Einstellungen</a:t>
            </a:r>
          </a:p>
          <a:p>
            <a:pPr lvl="1"/>
            <a:r>
              <a:rPr lang="de-DE" dirty="0" err="1"/>
              <a:t>Debug</a:t>
            </a:r>
            <a:r>
              <a:rPr lang="de-DE" dirty="0"/>
              <a:t>-Modus</a:t>
            </a:r>
          </a:p>
          <a:p>
            <a:r>
              <a:rPr lang="de-DE" dirty="0"/>
              <a:t>Zielarchitektur: ARM</a:t>
            </a:r>
          </a:p>
          <a:p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580354-7CFF-3E49-AC5B-7F84AD6D30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809000"/>
            <a:ext cx="5390182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029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980166-E250-8C4C-AD37-593A40750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Bootloader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9EE35-011B-6644-908E-31900DE98B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6CBC89-780D-6F43-A4AF-E4A7285D6779}" type="slidenum">
              <a:rPr lang="de-DE" altLang="de-DE" smtClean="0"/>
              <a:pPr>
                <a:defRPr/>
              </a:pPr>
              <a:t>29</a:t>
            </a:fld>
            <a:endParaRPr lang="de-DE" alt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D6A8C-D8B6-7C4D-ACA4-DCAB13450B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DE" dirty="0"/>
              <a:t>Mit der </a:t>
            </a:r>
            <a:r>
              <a:rPr lang="de-DE" dirty="0" err="1"/>
              <a:t>Altera-Toolchain</a:t>
            </a:r>
            <a:r>
              <a:rPr lang="de-DE" dirty="0"/>
              <a:t> generiert:</a:t>
            </a:r>
          </a:p>
          <a:p>
            <a:pPr lvl="1"/>
            <a:r>
              <a:rPr lang="de-DE" dirty="0" err="1"/>
              <a:t>Preloader</a:t>
            </a:r>
            <a:endParaRPr lang="de-DE" dirty="0"/>
          </a:p>
          <a:p>
            <a:pPr lvl="1"/>
            <a:r>
              <a:rPr lang="de-DE" dirty="0" err="1"/>
              <a:t>Bootloader</a:t>
            </a:r>
            <a:r>
              <a:rPr lang="de-DE" dirty="0"/>
              <a:t> U-Boot 2013.01.01</a:t>
            </a:r>
          </a:p>
          <a:p>
            <a:r>
              <a:rPr lang="de-DE" dirty="0"/>
              <a:t>Konfiguration über:</a:t>
            </a:r>
          </a:p>
          <a:p>
            <a:pPr lvl="1"/>
            <a:r>
              <a:rPr lang="de-DE" dirty="0"/>
              <a:t>Headerdatei</a:t>
            </a:r>
          </a:p>
          <a:p>
            <a:pPr lvl="1"/>
            <a:r>
              <a:rPr lang="de-DE" dirty="0" err="1"/>
              <a:t>Bootscript</a:t>
            </a:r>
            <a:endParaRPr lang="de-DE" dirty="0"/>
          </a:p>
          <a:p>
            <a:endParaRPr lang="de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5879C16-88C3-DA4F-9FF0-EEF24CC96F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050" y="1809164"/>
            <a:ext cx="5083200" cy="323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431450"/>
      </p:ext>
    </p:extLst>
  </p:cSld>
  <p:clrMapOvr>
    <a:masterClrMapping/>
  </p:clrMapOvr>
</p:sld>
</file>

<file path=ppt/theme/theme1.xml><?xml version="1.0" encoding="utf-8"?>
<a:theme xmlns:a="http://schemas.openxmlformats.org/drawingml/2006/main" name="THM-Folienmaster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M-092017" id="{F2E74DBF-A00C-0049-AFFE-E20DFFD05F23}" vid="{9967E0B6-F9B0-0C46-B645-E7DA8BD1490D}"/>
    </a:ext>
  </a:ext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THM-092017</Template>
  <TotalTime>0</TotalTime>
  <Words>824</Words>
  <Application>Microsoft Office PowerPoint</Application>
  <PresentationFormat>On-screen Show (4:3)</PresentationFormat>
  <Paragraphs>296</Paragraphs>
  <Slides>29</Slides>
  <Notes>0</Notes>
  <HiddenSlides>9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MS PGothic</vt:lpstr>
      <vt:lpstr>MS PGothic</vt:lpstr>
      <vt:lpstr>Arial</vt:lpstr>
      <vt:lpstr>Calibri</vt:lpstr>
      <vt:lpstr>Wingdings</vt:lpstr>
      <vt:lpstr>THM-Folienmaster</vt:lpstr>
      <vt:lpstr>Portierung und Erweiterung eines Plasma-Systems zur einfachen Nutzung weiterer Hardware-Komponenten </vt:lpstr>
      <vt:lpstr>Agenda</vt:lpstr>
      <vt:lpstr>Motivation und Anforderungen</vt:lpstr>
      <vt:lpstr>Zielplattform: DE1-SoC Board</vt:lpstr>
      <vt:lpstr>Portierung der Hardware</vt:lpstr>
      <vt:lpstr>Erweiterung der Hardware</vt:lpstr>
      <vt:lpstr>Avalon Bridge</vt:lpstr>
      <vt:lpstr>Systemarchitektur</vt:lpstr>
      <vt:lpstr>Plasma-Firmware</vt:lpstr>
      <vt:lpstr>Plasma-Anwendung</vt:lpstr>
      <vt:lpstr>Linux-Systemabbild</vt:lpstr>
      <vt:lpstr>Device Tree</vt:lpstr>
      <vt:lpstr>Linux-Anwendungen</vt:lpstr>
      <vt:lpstr>Linux-Treiber</vt:lpstr>
      <vt:lpstr>Tools</vt:lpstr>
      <vt:lpstr>Ergebnisse</vt:lpstr>
      <vt:lpstr>Ausblick – weiterführende Entwicklung</vt:lpstr>
      <vt:lpstr>Herausforderungen</vt:lpstr>
      <vt:lpstr>PowerPoint Presentation</vt:lpstr>
      <vt:lpstr>Bildquellen</vt:lpstr>
      <vt:lpstr>PowerPoint Presentation</vt:lpstr>
      <vt:lpstr>Bussysteme</vt:lpstr>
      <vt:lpstr>Linux-Treiber – Zugriffspfad</vt:lpstr>
      <vt:lpstr>Wishbone</vt:lpstr>
      <vt:lpstr>Avalon</vt:lpstr>
      <vt:lpstr>Systemarchitektur – Revision 0</vt:lpstr>
      <vt:lpstr>Systemarchitektur – Revision 1</vt:lpstr>
      <vt:lpstr>Linux-Kernel</vt:lpstr>
      <vt:lpstr>Bootloader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Olga  Altergot</dc:creator>
  <cp:lastModifiedBy>Sergej Zuyev</cp:lastModifiedBy>
  <cp:revision>108</cp:revision>
  <cp:lastPrinted>2017-11-28T10:01:39Z</cp:lastPrinted>
  <dcterms:created xsi:type="dcterms:W3CDTF">2017-11-01T14:34:44Z</dcterms:created>
  <dcterms:modified xsi:type="dcterms:W3CDTF">2018-10-30T09:11:32Z</dcterms:modified>
</cp:coreProperties>
</file>